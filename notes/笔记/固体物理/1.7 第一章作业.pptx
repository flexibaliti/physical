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4" r:id="rId4"/>
    <p:sldId id="257" r:id="rId5"/>
    <p:sldId id="265" r:id="rId6"/>
    <p:sldId id="258" r:id="rId7"/>
    <p:sldId id="266" r:id="rId8"/>
    <p:sldId id="260" r:id="rId9"/>
    <p:sldId id="267" r:id="rId10"/>
    <p:sldId id="259" r:id="rId11"/>
    <p:sldId id="268" r:id="rId12"/>
    <p:sldId id="261" r:id="rId13"/>
    <p:sldId id="269" r:id="rId14"/>
    <p:sldId id="26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3:00:13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24575,'860'0'0,"-800"3"0,116 21 0,-38-3 0,-25-14 0,132-7 0,-95-2 0,2964 2 0,-2591 43 0,-407-29 0,-80-10 0,317 49 0,-286-43 0,0-3 0,0-3 0,103-6 0,-47 0 0,691 2 0,-772-3 0,0-1 0,75-18 0,7-1 0,36 1 0,165-45 0,-254 48 0,0 2 0,1 4 0,127-8 0,274 18 0,289-14 0,-714 14-1365,-14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3:00:15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0 212 24575,'51'-3'0,"89"-16"0,-63 7 0,83-2 0,226 8 0,-242 7 0,216 0-131,1001-2-895,-796-13 1024,-3-47 1,-411 26 344,-97 21-71,1 2 1,101-9-1,269 20-192,-208 3-1525,-186-2-5381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2:59:38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24575,'178'-14'0,"-19"1"0,-68 13 0,121 16 0,-78-5 0,169-9 0,39 1 0,-106 18 0,170 7 0,606-27 0,-455-3 0,2856 2 0,-3257-13 0,-23 0 0,520 10 0,-334 6 0,2639-3 0,-2910-3 0,68-11 0,-60 5 0,17-2 0,-35 4 0,77-4 0,64-2 0,9 1 0,675 13-1365,-840-1-5461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3:03:42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3:55:12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1 136 24575,'0'-2'0,"0"0"0,0 0 0,1 1 0,-1-1 0,1 0 0,-1 1 0,1-1 0,0 0 0,-1 1 0,1-1 0,0 1 0,0-1 0,0 1 0,0-1 0,0 1 0,1 0 0,-1-1 0,0 1 0,1 0 0,-1 0 0,2-1 0,38-17 0,-33 16 0,36-12 0,0 2 0,0 2 0,90-10 0,145 7 0,-250 13 0,1184-3-629,-709 7 466,1124 107 163,-338-29 0,1562-87-81,5150 6-411,-7979 0-6334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2:59:23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24575,'1209'0'0,"-1120"2"0,-1 3 0,0 5 0,103 23 0,124 29 0,-231-51 0,152 0 0,749-15 0,-560 5 0,-223 13 0,-6 0 0,21-8 0,-172-2 0,-1 2 0,81 22 0,-75-12 0,131 34 0,-145-42 0,0-2 0,0-2 0,45 0 0,1301-7 0,-961 4 0,26 12 0,23 1 0,289-15 0,-573-13 0,-1 1 0,516 14 0,-654-4 0,-1-2 0,1-2 0,74-21 0,64-11 0,-159 34 0,-1 0 0,0-2 0,0-1 0,0-1 0,-1-2 0,24-13 0,-45 23 0,35-16 0,56-14 0,-38 12 0,-18 8 0,1 1 0,0 2 0,79-6 0,120 11 0,-144 4 0,190 0-1365,-245-1-5461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7T02:59:24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24575,'55'0'0,"115"-1"0,226 28 0,-91 31 0,-46-7 0,-180-40 0,106 3 0,165-14 0,289 12 0,-77-2 0,-513-15 0,-1-3 0,0-2 0,0-1 0,59-24 0,-40 13 0,79-15 0,186-29 0,-269 58 0,1 3 0,-1 2 0,81 8 0,188 34 0,-310-36 0,183 26 0,310 41 0,226 12 0,-333-72-45,-262-11-1275,-124 1-5506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91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01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6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46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31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1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60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1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53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12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90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3C5FC-9AA1-4277-A3A5-7EAB57D68A8C}" type="datetimeFigureOut">
              <a:rPr lang="zh-CN" altLang="en-US" smtClean="0"/>
              <a:t>2023/3/17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F8D56-1892-4CFF-A512-DCB9FB5BC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0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5.xml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40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ACE3E5-87D9-1F7B-E969-CDCA6EF93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95" y="195948"/>
            <a:ext cx="8339462" cy="646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3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18" y="262479"/>
            <a:ext cx="4200000" cy="27809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51" y="3407212"/>
            <a:ext cx="4466667" cy="29904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342" y="3407212"/>
            <a:ext cx="4514286" cy="30857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27" y="59956"/>
            <a:ext cx="4317023" cy="334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3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58AE08C-9082-75A5-84E1-2F3D16BC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67" y="31833"/>
            <a:ext cx="8241776" cy="679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45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0" y="123092"/>
            <a:ext cx="4063436" cy="33498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055" y="123092"/>
            <a:ext cx="7380952" cy="7428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727" y="865949"/>
            <a:ext cx="1470750" cy="3827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429" y="2251170"/>
            <a:ext cx="7396237" cy="9287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9841" y="780840"/>
            <a:ext cx="1806967" cy="17379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371" y="3608410"/>
            <a:ext cx="8718711" cy="6286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841" y="3904027"/>
            <a:ext cx="2625348" cy="25146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371" y="4463083"/>
            <a:ext cx="6524698" cy="9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57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C736232-FE6E-71A6-21EE-DFEE69A9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28" y="146986"/>
            <a:ext cx="10455419" cy="13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09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8" y="146987"/>
            <a:ext cx="6503116" cy="8584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38" y="1241967"/>
            <a:ext cx="8571428" cy="8571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271" y="1958546"/>
            <a:ext cx="1104762" cy="9714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508" y="158546"/>
            <a:ext cx="2980952" cy="36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435769"/>
            <a:ext cx="2867950" cy="24726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163" y="3499852"/>
            <a:ext cx="2628571" cy="49523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1068" y="3995090"/>
            <a:ext cx="2262114" cy="21382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829" y="3995090"/>
            <a:ext cx="5886501" cy="72637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4239" y="3515689"/>
            <a:ext cx="752381" cy="48571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0429" y="4827506"/>
            <a:ext cx="4323809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2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1C2A853-58A7-A199-E434-45FACE00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504" y="327581"/>
            <a:ext cx="8446667" cy="620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0" y="0"/>
            <a:ext cx="4968326" cy="36485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705" y="234478"/>
            <a:ext cx="6285714" cy="6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6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220AFFF-B0AA-3CBE-605D-CC0500EF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14" y="152859"/>
            <a:ext cx="8583393" cy="61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8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" y="96298"/>
            <a:ext cx="4747771" cy="339584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124" y="167054"/>
            <a:ext cx="6969030" cy="34349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2" y="3689915"/>
            <a:ext cx="6591919" cy="272846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97" y="4247897"/>
            <a:ext cx="5093838" cy="21704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B129327-549C-2A55-E9E0-4CFEEAA4F2A1}"/>
                  </a:ext>
                </a:extLst>
              </p14:cNvPr>
              <p14:cNvContentPartPr/>
              <p14:nvPr/>
            </p14:nvContentPartPr>
            <p14:xfrm>
              <a:off x="8267033" y="4703905"/>
              <a:ext cx="3504240" cy="86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B129327-549C-2A55-E9E0-4CFEEAA4F2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58393" y="4694905"/>
                <a:ext cx="35218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4E4A93D-1165-C6F6-349C-2B8D184C4FCA}"/>
                  </a:ext>
                </a:extLst>
              </p14:cNvPr>
              <p14:cNvContentPartPr/>
              <p14:nvPr/>
            </p14:nvContentPartPr>
            <p14:xfrm>
              <a:off x="4788353" y="5768065"/>
              <a:ext cx="1762560" cy="763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4E4A93D-1165-C6F6-349C-2B8D184C4F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79353" y="5759425"/>
                <a:ext cx="1780200" cy="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063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4262153-B622-FA6F-4AEE-7205EAF4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0" y="181250"/>
            <a:ext cx="8696916" cy="62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9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7" y="68128"/>
            <a:ext cx="5154466" cy="36861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8" y="3754315"/>
            <a:ext cx="5282001" cy="28926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68128"/>
            <a:ext cx="6362700" cy="48867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584" y="5134360"/>
            <a:ext cx="6244238" cy="15126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3BEFA2F-F477-965E-5FA2-44BC28952514}"/>
                  </a:ext>
                </a:extLst>
              </p14:cNvPr>
              <p14:cNvContentPartPr/>
              <p14:nvPr/>
            </p14:nvContentPartPr>
            <p14:xfrm>
              <a:off x="263513" y="6682825"/>
              <a:ext cx="4666320" cy="392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3BEFA2F-F477-965E-5FA2-44BC289525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513" y="6674185"/>
                <a:ext cx="46839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F29A0C9-ED53-9942-9876-D7AE5D3B3EB5}"/>
                  </a:ext>
                </a:extLst>
              </p14:cNvPr>
              <p14:cNvContentPartPr/>
              <p14:nvPr/>
            </p14:nvContentPartPr>
            <p14:xfrm>
              <a:off x="-622447" y="4515265"/>
              <a:ext cx="360" cy="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F29A0C9-ED53-9942-9876-D7AE5D3B3E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31087" y="450626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F3EC7A07-D45F-9A7C-CBFD-E1B47C349E65}"/>
                  </a:ext>
                </a:extLst>
              </p14:cNvPr>
              <p14:cNvContentPartPr/>
              <p14:nvPr/>
            </p14:nvContentPartPr>
            <p14:xfrm>
              <a:off x="5957273" y="2288665"/>
              <a:ext cx="5816160" cy="702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F3EC7A07-D45F-9A7C-CBFD-E1B47C349E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48633" y="2280025"/>
                <a:ext cx="58338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527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4F3FEB2-7A8A-8214-961D-9755D649E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59" y="396768"/>
            <a:ext cx="9697681" cy="606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7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0" y="270348"/>
            <a:ext cx="5074937" cy="31736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837" y="442871"/>
            <a:ext cx="6881262" cy="61447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8D66587-5CA7-7650-063E-7DEC1272A431}"/>
                  </a:ext>
                </a:extLst>
              </p14:cNvPr>
              <p14:cNvContentPartPr/>
              <p14:nvPr/>
            </p14:nvContentPartPr>
            <p14:xfrm>
              <a:off x="5448233" y="6551425"/>
              <a:ext cx="4044600" cy="113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8D66587-5CA7-7650-063E-7DEC1272A4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39593" y="6542425"/>
                <a:ext cx="40622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3D45BED-627E-BE74-45F8-B7E3C770FA9D}"/>
                  </a:ext>
                </a:extLst>
              </p14:cNvPr>
              <p14:cNvContentPartPr/>
              <p14:nvPr/>
            </p14:nvContentPartPr>
            <p14:xfrm>
              <a:off x="8172713" y="6136345"/>
              <a:ext cx="2365560" cy="860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3D45BED-627E-BE74-45F8-B7E3C770FA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3713" y="6127345"/>
                <a:ext cx="2383200" cy="1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212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0</Words>
  <Application>Microsoft Office PowerPoint</Application>
  <PresentationFormat>宽屏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 water</dc:creator>
  <cp:lastModifiedBy>yubao yan</cp:lastModifiedBy>
  <cp:revision>11</cp:revision>
  <dcterms:created xsi:type="dcterms:W3CDTF">2020-03-04T01:57:27Z</dcterms:created>
  <dcterms:modified xsi:type="dcterms:W3CDTF">2023-03-17T03:55:14Z</dcterms:modified>
</cp:coreProperties>
</file>