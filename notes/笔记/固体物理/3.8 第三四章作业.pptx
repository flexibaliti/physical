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2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8T08:39:45.90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24575,'595'-16'0,"424"4"0,-651 14 0,336-2 0,-641 2 0,0 3 0,71 14 0,121 41 0,-178-40 0,0-2 0,1-4 0,157 7 0,657-23 0,-801 7 0,169 30 0,41 3 0,-82-27 0,261 6 0,-370-16 0,102-4 0,-189 0-1365,-6-3-5461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3-28T09:28:49.0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8806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94380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789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0982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502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23898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482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028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61001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95835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BE233F-DDCD-4976-8EAB-893B05F326C6}" type="datetimeFigureOut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8583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BE233F-DDCD-4976-8EAB-893B05F326C6}" type="datetimeFigureOut">
              <a:rPr lang="zh-CN" altLang="en-US" smtClean="0"/>
              <a:t>2023/3/28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FD8262-5990-44D5-91D5-6AD918D66EF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2468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5.png"/><Relationship Id="rId7" Type="http://schemas.openxmlformats.org/officeDocument/2006/relationships/customXml" Target="../ink/ink1.xm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7" Type="http://schemas.openxmlformats.org/officeDocument/2006/relationships/image" Target="../media/image53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743" y="186726"/>
            <a:ext cx="4424469" cy="217242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2380" y="186726"/>
            <a:ext cx="5980952" cy="285714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881" y="3043869"/>
            <a:ext cx="6552381" cy="3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3160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" y="121278"/>
            <a:ext cx="4749798" cy="2704218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2607" y="942701"/>
            <a:ext cx="5685714" cy="477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8293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864" y="132071"/>
            <a:ext cx="4838163" cy="2565409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1847" y="132071"/>
            <a:ext cx="5923809" cy="283809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6802" y="2970166"/>
            <a:ext cx="2914286" cy="26000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09" y="5842852"/>
            <a:ext cx="5695238" cy="85714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3116998"/>
            <a:ext cx="4692798" cy="3356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81406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291" y="115829"/>
            <a:ext cx="4828577" cy="2060443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92" y="2312754"/>
            <a:ext cx="4609524" cy="439047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3100" y="4430188"/>
            <a:ext cx="2380952" cy="240952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0056" y="218897"/>
            <a:ext cx="4869592" cy="2815750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75241" y="3259335"/>
            <a:ext cx="4759138" cy="335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127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5522" y="837707"/>
            <a:ext cx="6358749" cy="516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0950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7" y="233937"/>
            <a:ext cx="4794305" cy="278738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7776" y="341917"/>
            <a:ext cx="5438095" cy="2571429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556" y="3676762"/>
            <a:ext cx="7594930" cy="2321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2764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" y="229036"/>
            <a:ext cx="4703931" cy="211466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771" y="2832456"/>
            <a:ext cx="5179349" cy="49835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454" y="3677378"/>
            <a:ext cx="4085714" cy="2504762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11012" y="685799"/>
            <a:ext cx="6512260" cy="5587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4595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404" y="155999"/>
            <a:ext cx="5860652" cy="2162769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" y="2374579"/>
            <a:ext cx="4521545" cy="4483421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9955" y="1894764"/>
            <a:ext cx="4975494" cy="69463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2250" y="155999"/>
            <a:ext cx="2990476" cy="1609524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72617" y="2828637"/>
            <a:ext cx="5110901" cy="357530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3" name="墨迹 2">
                <a:extLst>
                  <a:ext uri="{FF2B5EF4-FFF2-40B4-BE49-F238E27FC236}">
                    <a16:creationId xmlns:a16="http://schemas.microsoft.com/office/drawing/2014/main" id="{EF941DBA-E973-4169-181C-A52806137BE3}"/>
                  </a:ext>
                </a:extLst>
              </p14:cNvPr>
              <p14:cNvContentPartPr/>
              <p14:nvPr/>
            </p14:nvContentPartPr>
            <p14:xfrm>
              <a:off x="9379073" y="5890825"/>
              <a:ext cx="2259000" cy="96120"/>
            </p14:xfrm>
          </p:contentPart>
        </mc:Choice>
        <mc:Fallback>
          <p:pic>
            <p:nvPicPr>
              <p:cNvPr id="3" name="墨迹 2">
                <a:extLst>
                  <a:ext uri="{FF2B5EF4-FFF2-40B4-BE49-F238E27FC236}">
                    <a16:creationId xmlns:a16="http://schemas.microsoft.com/office/drawing/2014/main" id="{EF941DBA-E973-4169-181C-A52806137BE3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9370433" y="5881825"/>
                <a:ext cx="2276640" cy="11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03103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15" y="82295"/>
            <a:ext cx="4747507" cy="3096463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0408" y="261796"/>
            <a:ext cx="5681645" cy="4273628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4640476"/>
            <a:ext cx="5677456" cy="1659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741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" y="81964"/>
            <a:ext cx="4855464" cy="303388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187" y="3242117"/>
            <a:ext cx="4611457" cy="3615883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05" y="236999"/>
            <a:ext cx="4895238" cy="2723809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0771" y="2864699"/>
            <a:ext cx="4666506" cy="3771455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8F5B519D-E4DD-B207-AEB2-0B11F283F9D7}"/>
                  </a:ext>
                </a:extLst>
              </p14:cNvPr>
              <p14:cNvContentPartPr/>
              <p14:nvPr/>
            </p14:nvContentPartPr>
            <p14:xfrm>
              <a:off x="11924273" y="3817225"/>
              <a:ext cx="360" cy="3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8F5B519D-E4DD-B207-AEB2-0B11F283F9D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915633" y="3808585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258865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94" y="230670"/>
            <a:ext cx="4370850" cy="1991961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2599" y="2612112"/>
            <a:ext cx="6626418" cy="3486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6237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" y="175918"/>
            <a:ext cx="5888736" cy="43310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5016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" y="119806"/>
            <a:ext cx="4649067" cy="211969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" y="2527934"/>
            <a:ext cx="6790476" cy="990476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9920" y="3758570"/>
            <a:ext cx="5495238" cy="47619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036" y="4406906"/>
            <a:ext cx="4771429" cy="96190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4768" y="5847066"/>
            <a:ext cx="4571429" cy="580952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81800" y="1620061"/>
            <a:ext cx="4143375" cy="4010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1698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253594"/>
            <a:ext cx="8356837" cy="31845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1718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" y="111500"/>
            <a:ext cx="5380207" cy="2156216"/>
          </a:xfrm>
          <a:prstGeom prst="rect">
            <a:avLst/>
          </a:prstGeom>
        </p:spPr>
      </p:pic>
      <p:sp>
        <p:nvSpPr>
          <p:cNvPr id="5" name="object 4"/>
          <p:cNvSpPr txBox="1"/>
          <p:nvPr/>
        </p:nvSpPr>
        <p:spPr>
          <a:xfrm>
            <a:off x="464699" y="2421138"/>
            <a:ext cx="2299183" cy="35907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0" marR="0">
              <a:lnSpc>
                <a:spcPts val="2802"/>
              </a:lnSpc>
              <a:spcBef>
                <a:spcPct val="0"/>
              </a:spcBef>
              <a:spcAft>
                <a:spcPct val="0"/>
              </a:spcAft>
            </a:pPr>
            <a:r>
              <a:rPr sz="2800" dirty="0">
                <a:latin typeface="SimSun"/>
                <a:cs typeface="SimSun"/>
              </a:rPr>
              <a:t>•</a:t>
            </a:r>
            <a:r>
              <a:rPr sz="2800" spc="600" dirty="0">
                <a:latin typeface="Times New Roman"/>
                <a:cs typeface="Times New Roman"/>
              </a:rPr>
              <a:t> </a:t>
            </a:r>
            <a:r>
              <a:rPr sz="2800" dirty="0" err="1">
                <a:latin typeface="KaiTi"/>
                <a:cs typeface="KaiTi"/>
              </a:rPr>
              <a:t>德拜近似</a:t>
            </a:r>
            <a:endParaRPr sz="2800" dirty="0">
              <a:latin typeface="KaiTi"/>
              <a:cs typeface="KaiT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780" y="2821056"/>
            <a:ext cx="3904762" cy="6000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8178" y="3577020"/>
            <a:ext cx="3571429" cy="990476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0732" y="4567496"/>
            <a:ext cx="1942857" cy="10000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0160" y="463173"/>
            <a:ext cx="4914844" cy="360908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812" y="5567496"/>
            <a:ext cx="7857143" cy="11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413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" y="138948"/>
            <a:ext cx="7424928" cy="473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9788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5" y="184290"/>
            <a:ext cx="8109965" cy="2430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2909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577</TotalTime>
  <Words>2</Words>
  <Application>Microsoft Office PowerPoint</Application>
  <PresentationFormat>宽屏</PresentationFormat>
  <Paragraphs>1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4" baseType="lpstr">
      <vt:lpstr>等线</vt:lpstr>
      <vt:lpstr>等线 Light</vt:lpstr>
      <vt:lpstr>KaiTi</vt:lpstr>
      <vt:lpstr>SimSun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zhu water</dc:creator>
  <cp:lastModifiedBy>yubao yan</cp:lastModifiedBy>
  <cp:revision>16</cp:revision>
  <dcterms:created xsi:type="dcterms:W3CDTF">2020-03-04T02:28:36Z</dcterms:created>
  <dcterms:modified xsi:type="dcterms:W3CDTF">2023-03-28T13:26:54Z</dcterms:modified>
</cp:coreProperties>
</file>