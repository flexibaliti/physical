
<file path=[Content_Types].xml><?xml version="1.0" encoding="utf-8"?>
<Types xmlns="http://schemas.openxmlformats.org/package/2006/content-types">
  <Default Extension="png" ContentType="image/png"/>
  <Default Extension="bin" ContentType="application/vnd.ms-office.activeX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activeX/activeX1.xml" ContentType="application/vnd.ms-office.activeX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0.bin" ContentType="application/vnd.openxmlformats-officedocument.oleObject"/>
  <Override PartName="/ppt/activeX/activeX2.xml" ContentType="application/vnd.ms-office.activeX+xml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activeX/activeX3.xml" ContentType="application/vnd.ms-office.activeX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072" r:id="rId1"/>
    <p:sldMasterId id="2147485076" r:id="rId2"/>
    <p:sldMasterId id="2147485088" r:id="rId3"/>
    <p:sldMasterId id="2147485078" r:id="rId4"/>
    <p:sldMasterId id="2147485080" r:id="rId5"/>
    <p:sldMasterId id="2147485084" r:id="rId6"/>
    <p:sldMasterId id="2147485086" r:id="rId7"/>
  </p:sldMasterIdLst>
  <p:sldIdLst>
    <p:sldId id="256" r:id="rId8"/>
    <p:sldId id="314" r:id="rId9"/>
    <p:sldId id="313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23" r:id="rId18"/>
    <p:sldId id="324" r:id="rId19"/>
    <p:sldId id="414" r:id="rId20"/>
    <p:sldId id="325" r:id="rId21"/>
    <p:sldId id="326" r:id="rId22"/>
    <p:sldId id="327" r:id="rId23"/>
    <p:sldId id="328" r:id="rId24"/>
    <p:sldId id="329" r:id="rId25"/>
    <p:sldId id="415" r:id="rId26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modifyVerifier cryptProviderType="rsaAES" cryptAlgorithmClass="hash" cryptAlgorithmType="typeAny" cryptAlgorithmSid="14" spinCount="100000" saltData="qelMQYFOaNBPyRA8au9Jeg==" hashData="XpZLFIC5zar1WIYQMthL/i4k5R+ESsuVoQiN5fvm8AlcdOG1Dc7zf1t0yg1SAsNUmCbs9zh9YlBfcQcRhHzUug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00FF00"/>
    <a:srgbClr val="FF9900"/>
    <a:srgbClr val="41B0B9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D113A9D2-9D6B-4929-AA2D-F23B5EE8CBE7}" styleName="主题样式 2 - 强调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59" autoAdjust="0"/>
    <p:restoredTop sz="95455" autoAdjust="0"/>
  </p:normalViewPr>
  <p:slideViewPr>
    <p:cSldViewPr snapToGrid="0">
      <p:cViewPr varScale="1">
        <p:scale>
          <a:sx n="74" d="100"/>
          <a:sy n="74" d="100"/>
        </p:scale>
        <p:origin x="408" y="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activeX/_rels/activeX1.xml.rels><?xml version="1.0" encoding="UTF-8" standalone="yes"?>
<Relationships xmlns="http://schemas.openxmlformats.org/package/2006/relationships"><Relationship Id="rId1" Type="http://schemas.microsoft.com/office/2006/relationships/activeXControlBinary" Target="activeX1.bin"/></Relationships>
</file>

<file path=ppt/activeX/_rels/activeX2.xml.rels><?xml version="1.0" encoding="UTF-8" standalone="yes"?>
<Relationships xmlns="http://schemas.openxmlformats.org/package/2006/relationships"><Relationship Id="rId1" Type="http://schemas.microsoft.com/office/2006/relationships/activeXControlBinary" Target="activeX2.bin"/></Relationships>
</file>

<file path=ppt/activeX/_rels/activeX3.xml.rels><?xml version="1.0" encoding="UTF-8" standalone="yes"?>
<Relationships xmlns="http://schemas.openxmlformats.org/package/2006/relationships"><Relationship Id="rId1" Type="http://schemas.microsoft.com/office/2006/relationships/activeXControlBinary" Target="activeX3.bin"/></Relationships>
</file>

<file path=ppt/activeX/activeX1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activeX/activeX2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activeX/activeX3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eg"/><Relationship Id="rId3" Type="http://schemas.openxmlformats.org/officeDocument/2006/relationships/image" Target="../media/image18.png"/><Relationship Id="rId7" Type="http://schemas.openxmlformats.org/officeDocument/2006/relationships/image" Target="../media/image22.jpg"/><Relationship Id="rId2" Type="http://schemas.openxmlformats.org/officeDocument/2006/relationships/image" Target="../media/image17.png"/><Relationship Id="rId1" Type="http://schemas.openxmlformats.org/officeDocument/2006/relationships/image" Target="../media/image16.png"/><Relationship Id="rId6" Type="http://schemas.openxmlformats.org/officeDocument/2006/relationships/image" Target="../media/image21.jpg"/><Relationship Id="rId5" Type="http://schemas.openxmlformats.org/officeDocument/2006/relationships/image" Target="../media/image20.png"/><Relationship Id="rId10" Type="http://schemas.openxmlformats.org/officeDocument/2006/relationships/image" Target="../media/image25.jpg"/><Relationship Id="rId4" Type="http://schemas.openxmlformats.org/officeDocument/2006/relationships/image" Target="../media/image19.png"/><Relationship Id="rId9" Type="http://schemas.openxmlformats.org/officeDocument/2006/relationships/image" Target="../media/image24.jp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g"/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2" Type="http://schemas.openxmlformats.org/officeDocument/2006/relationships/image" Target="../media/image21.jpg"/><Relationship Id="rId1" Type="http://schemas.openxmlformats.org/officeDocument/2006/relationships/image" Target="../media/image16.png"/><Relationship Id="rId6" Type="http://schemas.openxmlformats.org/officeDocument/2006/relationships/image" Target="../media/image23.jpeg"/><Relationship Id="rId5" Type="http://schemas.openxmlformats.org/officeDocument/2006/relationships/image" Target="../media/image18.png"/><Relationship Id="rId10" Type="http://schemas.openxmlformats.org/officeDocument/2006/relationships/image" Target="../media/image25.jpg"/><Relationship Id="rId4" Type="http://schemas.openxmlformats.org/officeDocument/2006/relationships/image" Target="../media/image22.jpg"/><Relationship Id="rId9" Type="http://schemas.openxmlformats.org/officeDocument/2006/relationships/image" Target="../media/image2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AB428E1-97CA-43B4-A372-CF92B9BCB9F7}" type="doc">
      <dgm:prSet loTypeId="urn:microsoft.com/office/officeart/2005/8/layout/vList3" loCatId="picture" qsTypeId="urn:microsoft.com/office/officeart/2005/8/quickstyle/simple1" qsCatId="simple" csTypeId="urn:microsoft.com/office/officeart/2005/8/colors/accent1_2" csCatId="accent1" phldr="1"/>
      <dgm:spPr/>
    </dgm:pt>
    <dgm:pt modelId="{6AF53609-78CF-4BA0-B675-DF343C37EB1D}">
      <dgm:prSet phldrT="[文本]"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zh-CN" altLang="en-US">
              <a:noFill/>
            </a:rPr>
            <a:t> </a:t>
          </a:r>
        </a:p>
      </dgm:t>
    </dgm:pt>
    <dgm:pt modelId="{8A976A38-726F-4EF8-BA3B-FBB55242E189}" type="parTrans" cxnId="{C5355D55-95E6-4D10-A5BC-67F428E13B18}">
      <dgm:prSet/>
      <dgm:spPr/>
      <dgm:t>
        <a:bodyPr/>
        <a:lstStyle/>
        <a:p>
          <a:endParaRPr lang="zh-CN" altLang="en-US"/>
        </a:p>
      </dgm:t>
    </dgm:pt>
    <dgm:pt modelId="{2EA0F653-0656-421E-B558-507D6522C4EC}" type="sibTrans" cxnId="{C5355D55-95E6-4D10-A5BC-67F428E13B18}">
      <dgm:prSet/>
      <dgm:spPr/>
      <dgm:t>
        <a:bodyPr/>
        <a:lstStyle/>
        <a:p>
          <a:endParaRPr lang="zh-CN" altLang="en-US"/>
        </a:p>
      </dgm:t>
    </dgm:pt>
    <dgm:pt modelId="{62EC741B-F99A-485A-BF86-6992A39E983B}">
      <dgm:prSet phldrT="[文本]"/>
      <dgm:spPr>
        <a:blipFill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r>
            <a:rPr lang="zh-CN" altLang="en-US">
              <a:noFill/>
            </a:rPr>
            <a:t> </a:t>
          </a:r>
        </a:p>
      </dgm:t>
    </dgm:pt>
    <dgm:pt modelId="{2EC971A1-77BC-4B03-8738-B820E0376469}" type="parTrans" cxnId="{BFDD057C-97C3-4C5C-A5E3-BBE1F4C3A713}">
      <dgm:prSet/>
      <dgm:spPr/>
      <dgm:t>
        <a:bodyPr/>
        <a:lstStyle/>
        <a:p>
          <a:endParaRPr lang="zh-CN" altLang="en-US"/>
        </a:p>
      </dgm:t>
    </dgm:pt>
    <dgm:pt modelId="{89D05DA3-E6D2-4D15-B822-A98B67C76900}" type="sibTrans" cxnId="{BFDD057C-97C3-4C5C-A5E3-BBE1F4C3A713}">
      <dgm:prSet/>
      <dgm:spPr/>
      <dgm:t>
        <a:bodyPr/>
        <a:lstStyle/>
        <a:p>
          <a:endParaRPr lang="zh-CN" altLang="en-US"/>
        </a:p>
      </dgm:t>
    </dgm:pt>
    <dgm:pt modelId="{6BF8ED74-69C9-42FF-9AA1-9936FA70D0CB}">
      <dgm:prSet phldrT="[文本]"/>
      <dgm:spPr>
        <a:blipFill>
          <a:blip xmlns:r="http://schemas.openxmlformats.org/officeDocument/2006/relationships" r:embed="rId3"/>
          <a:stretch>
            <a:fillRect/>
          </a:stretch>
        </a:blipFill>
      </dgm:spPr>
      <dgm:t>
        <a:bodyPr/>
        <a:lstStyle/>
        <a:p>
          <a:r>
            <a:rPr lang="zh-CN" altLang="en-US">
              <a:noFill/>
            </a:rPr>
            <a:t> </a:t>
          </a:r>
        </a:p>
      </dgm:t>
    </dgm:pt>
    <dgm:pt modelId="{87755DE2-7D23-41B0-9614-AE9654BF1C96}" type="parTrans" cxnId="{D3A4986B-A755-4C2E-A38F-D1C34533FFAC}">
      <dgm:prSet/>
      <dgm:spPr/>
      <dgm:t>
        <a:bodyPr/>
        <a:lstStyle/>
        <a:p>
          <a:endParaRPr lang="zh-CN" altLang="en-US"/>
        </a:p>
      </dgm:t>
    </dgm:pt>
    <dgm:pt modelId="{CB005D61-D115-45EF-B2E4-A53769099895}" type="sibTrans" cxnId="{D3A4986B-A755-4C2E-A38F-D1C34533FFAC}">
      <dgm:prSet/>
      <dgm:spPr/>
      <dgm:t>
        <a:bodyPr/>
        <a:lstStyle/>
        <a:p>
          <a:endParaRPr lang="zh-CN" altLang="en-US"/>
        </a:p>
      </dgm:t>
    </dgm:pt>
    <dgm:pt modelId="{555A9754-F8D7-44CD-AFF8-B5CDF5DF2521}">
      <dgm:prSet phldrT="[文本]"/>
      <dgm:spPr>
        <a:blipFill>
          <a:blip xmlns:r="http://schemas.openxmlformats.org/officeDocument/2006/relationships" r:embed="rId4"/>
          <a:stretch>
            <a:fillRect t="-685"/>
          </a:stretch>
        </a:blipFill>
      </dgm:spPr>
      <dgm:t>
        <a:bodyPr/>
        <a:lstStyle/>
        <a:p>
          <a:r>
            <a:rPr lang="zh-CN" altLang="en-US" dirty="0">
              <a:noFill/>
            </a:rPr>
            <a:t> </a:t>
          </a:r>
        </a:p>
      </dgm:t>
    </dgm:pt>
    <dgm:pt modelId="{3F6DFDD0-EF25-41D0-BD65-E4CC47FFD38D}" type="parTrans" cxnId="{CB252989-F25E-4B10-8E1A-565136EB6B28}">
      <dgm:prSet/>
      <dgm:spPr/>
      <dgm:t>
        <a:bodyPr/>
        <a:lstStyle/>
        <a:p>
          <a:endParaRPr lang="zh-CN" altLang="en-US"/>
        </a:p>
      </dgm:t>
    </dgm:pt>
    <dgm:pt modelId="{8EFC44E6-1917-4079-8600-5767B5285D1F}" type="sibTrans" cxnId="{CB252989-F25E-4B10-8E1A-565136EB6B28}">
      <dgm:prSet/>
      <dgm:spPr/>
      <dgm:t>
        <a:bodyPr/>
        <a:lstStyle/>
        <a:p>
          <a:endParaRPr lang="zh-CN" altLang="en-US"/>
        </a:p>
      </dgm:t>
    </dgm:pt>
    <dgm:pt modelId="{3756DA2E-FE6C-45FD-88C7-DE5811EECB96}">
      <dgm:prSet phldrT="[文本]"/>
      <dgm:spPr>
        <a:blipFill>
          <a:blip xmlns:r="http://schemas.openxmlformats.org/officeDocument/2006/relationships" r:embed="rId5"/>
          <a:stretch>
            <a:fillRect t="-685"/>
          </a:stretch>
        </a:blipFill>
      </dgm:spPr>
      <dgm:t>
        <a:bodyPr/>
        <a:lstStyle/>
        <a:p>
          <a:r>
            <a:rPr lang="zh-CN" altLang="en-US">
              <a:noFill/>
            </a:rPr>
            <a:t> </a:t>
          </a:r>
        </a:p>
      </dgm:t>
    </dgm:pt>
    <dgm:pt modelId="{81771181-0C66-427C-B278-04E2377E81F9}" type="parTrans" cxnId="{5FCBFDD7-A686-4C7A-8C32-4A7684C3B184}">
      <dgm:prSet/>
      <dgm:spPr/>
      <dgm:t>
        <a:bodyPr/>
        <a:lstStyle/>
        <a:p>
          <a:endParaRPr lang="zh-CN" altLang="en-US"/>
        </a:p>
      </dgm:t>
    </dgm:pt>
    <dgm:pt modelId="{DDA9B0DA-0BBA-46BA-8231-C3C60582A4A1}" type="sibTrans" cxnId="{5FCBFDD7-A686-4C7A-8C32-4A7684C3B184}">
      <dgm:prSet/>
      <dgm:spPr/>
      <dgm:t>
        <a:bodyPr/>
        <a:lstStyle/>
        <a:p>
          <a:endParaRPr lang="zh-CN" altLang="en-US"/>
        </a:p>
      </dgm:t>
    </dgm:pt>
    <dgm:pt modelId="{1E4C5264-6A68-4298-AEED-BB595311AB8F}" type="pres">
      <dgm:prSet presAssocID="{5AB428E1-97CA-43B4-A372-CF92B9BCB9F7}" presName="linearFlow" presStyleCnt="0">
        <dgm:presLayoutVars>
          <dgm:dir/>
          <dgm:resizeHandles val="exact"/>
        </dgm:presLayoutVars>
      </dgm:prSet>
      <dgm:spPr/>
    </dgm:pt>
    <dgm:pt modelId="{1DB95DC5-6738-4E25-81FD-0B2FE518732B}" type="pres">
      <dgm:prSet presAssocID="{6AF53609-78CF-4BA0-B675-DF343C37EB1D}" presName="composite" presStyleCnt="0"/>
      <dgm:spPr/>
    </dgm:pt>
    <dgm:pt modelId="{41286D87-FD41-404E-9A2C-F6D1CBF699A2}" type="pres">
      <dgm:prSet presAssocID="{6AF53609-78CF-4BA0-B675-DF343C37EB1D}" presName="imgShp" presStyleLbl="fgImgPlace1" presStyleIdx="0" presStyleCnt="5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4811289B-2F99-4486-934F-E61192A9F95D}" type="pres">
      <dgm:prSet presAssocID="{6AF53609-78CF-4BA0-B675-DF343C37EB1D}" presName="txShp" presStyleLbl="node1" presStyleIdx="0" presStyleCnt="5" custAng="10800000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27E8DE5-FC88-4B5A-BB84-948B4144822A}" type="pres">
      <dgm:prSet presAssocID="{2EA0F653-0656-421E-B558-507D6522C4EC}" presName="spacing" presStyleCnt="0"/>
      <dgm:spPr/>
    </dgm:pt>
    <dgm:pt modelId="{55E811E6-D8B8-4765-B7A3-8B0D008D774C}" type="pres">
      <dgm:prSet presAssocID="{62EC741B-F99A-485A-BF86-6992A39E983B}" presName="composite" presStyleCnt="0"/>
      <dgm:spPr/>
    </dgm:pt>
    <dgm:pt modelId="{3832774E-32B4-4330-A518-C53A6C4571AD}" type="pres">
      <dgm:prSet presAssocID="{62EC741B-F99A-485A-BF86-6992A39E983B}" presName="imgShp" presStyleLbl="fgImgPlace1" presStyleIdx="1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C8530519-E89C-4BF0-A553-96DD9679983A}" type="pres">
      <dgm:prSet presAssocID="{62EC741B-F99A-485A-BF86-6992A39E983B}" presName="txShp" presStyleLbl="node1" presStyleIdx="1" presStyleCnt="5" custAng="10800000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AC182DA-83FA-47EB-9BE7-B05B6FB00D1E}" type="pres">
      <dgm:prSet presAssocID="{89D05DA3-E6D2-4D15-B822-A98B67C76900}" presName="spacing" presStyleCnt="0"/>
      <dgm:spPr/>
    </dgm:pt>
    <dgm:pt modelId="{EE4A1D75-17B4-4B89-B574-56E5A5CFC4C5}" type="pres">
      <dgm:prSet presAssocID="{6BF8ED74-69C9-42FF-9AA1-9936FA70D0CB}" presName="composite" presStyleCnt="0"/>
      <dgm:spPr/>
    </dgm:pt>
    <dgm:pt modelId="{63C6E3D9-0906-4A05-8657-2AD8CC602428}" type="pres">
      <dgm:prSet presAssocID="{6BF8ED74-69C9-42FF-9AA1-9936FA70D0CB}" presName="imgShp" presStyleLbl="fgImgPlace1" presStyleIdx="2" presStyleCnt="5"/>
      <dgm:spPr>
        <a:blipFill>
          <a:blip xmlns:r="http://schemas.openxmlformats.org/officeDocument/2006/relationships"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3AE6C263-3DD6-4475-AE07-FF8F0892E8AE}" type="pres">
      <dgm:prSet presAssocID="{6BF8ED74-69C9-42FF-9AA1-9936FA70D0CB}" presName="txShp" presStyleLbl="node1" presStyleIdx="2" presStyleCnt="5" custAng="10800000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83D7315-F6DB-4C18-97F2-8398712A394B}" type="pres">
      <dgm:prSet presAssocID="{CB005D61-D115-45EF-B2E4-A53769099895}" presName="spacing" presStyleCnt="0"/>
      <dgm:spPr/>
    </dgm:pt>
    <dgm:pt modelId="{6B3DB144-5D65-465E-8BCB-E0CF84747C06}" type="pres">
      <dgm:prSet presAssocID="{555A9754-F8D7-44CD-AFF8-B5CDF5DF2521}" presName="composite" presStyleCnt="0"/>
      <dgm:spPr/>
    </dgm:pt>
    <dgm:pt modelId="{B1B7391E-9DFD-489A-95B0-1E8281AAFAC8}" type="pres">
      <dgm:prSet presAssocID="{555A9754-F8D7-44CD-AFF8-B5CDF5DF2521}" presName="imgShp" presStyleLbl="fgImgPlace1" presStyleIdx="3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20D5EB98-640C-4185-86C8-0BCE36040971}" type="pres">
      <dgm:prSet presAssocID="{555A9754-F8D7-44CD-AFF8-B5CDF5DF2521}" presName="txShp" presStyleLbl="node1" presStyleIdx="3" presStyleCnt="5" custAng="10800000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F020E8E-37C6-4717-A686-03D64441FE30}" type="pres">
      <dgm:prSet presAssocID="{8EFC44E6-1917-4079-8600-5767B5285D1F}" presName="spacing" presStyleCnt="0"/>
      <dgm:spPr/>
    </dgm:pt>
    <dgm:pt modelId="{93E52B44-483E-4074-8609-F52AB769DEC1}" type="pres">
      <dgm:prSet presAssocID="{3756DA2E-FE6C-45FD-88C7-DE5811EECB96}" presName="composite" presStyleCnt="0"/>
      <dgm:spPr/>
    </dgm:pt>
    <dgm:pt modelId="{42BC3048-E21F-4A79-8401-AF2A74B4B180}" type="pres">
      <dgm:prSet presAssocID="{3756DA2E-FE6C-45FD-88C7-DE5811EECB96}" presName="imgShp" presStyleLbl="fgImgPlace1" presStyleIdx="4" presStyleCnt="5"/>
      <dgm:spPr>
        <a:blipFill>
          <a:blip xmlns:r="http://schemas.openxmlformats.org/officeDocument/2006/relationships"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E0BCC5D1-00F8-4901-A65C-2D84A37BAC61}" type="pres">
      <dgm:prSet presAssocID="{3756DA2E-FE6C-45FD-88C7-DE5811EECB96}" presName="txShp" presStyleLbl="node1" presStyleIdx="4" presStyleCnt="5" custAng="10800000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A1A656C2-F8E9-46AE-B3C4-D5E5376D9C98}" type="presOf" srcId="{6AF53609-78CF-4BA0-B675-DF343C37EB1D}" destId="{4811289B-2F99-4486-934F-E61192A9F95D}" srcOrd="0" destOrd="0" presId="urn:microsoft.com/office/officeart/2005/8/layout/vList3"/>
    <dgm:cxn modelId="{4D124D0E-CDDC-464A-A407-AC576ACBBF05}" type="presOf" srcId="{6BF8ED74-69C9-42FF-9AA1-9936FA70D0CB}" destId="{3AE6C263-3DD6-4475-AE07-FF8F0892E8AE}" srcOrd="0" destOrd="0" presId="urn:microsoft.com/office/officeart/2005/8/layout/vList3"/>
    <dgm:cxn modelId="{188F2762-DE32-4BCF-B9DA-048BBE4AE00E}" type="presOf" srcId="{62EC741B-F99A-485A-BF86-6992A39E983B}" destId="{C8530519-E89C-4BF0-A553-96DD9679983A}" srcOrd="0" destOrd="0" presId="urn:microsoft.com/office/officeart/2005/8/layout/vList3"/>
    <dgm:cxn modelId="{CD7EE413-45A0-48C2-8279-2DB70075A1FA}" type="presOf" srcId="{5AB428E1-97CA-43B4-A372-CF92B9BCB9F7}" destId="{1E4C5264-6A68-4298-AEED-BB595311AB8F}" srcOrd="0" destOrd="0" presId="urn:microsoft.com/office/officeart/2005/8/layout/vList3"/>
    <dgm:cxn modelId="{D3A4986B-A755-4C2E-A38F-D1C34533FFAC}" srcId="{5AB428E1-97CA-43B4-A372-CF92B9BCB9F7}" destId="{6BF8ED74-69C9-42FF-9AA1-9936FA70D0CB}" srcOrd="2" destOrd="0" parTransId="{87755DE2-7D23-41B0-9614-AE9654BF1C96}" sibTransId="{CB005D61-D115-45EF-B2E4-A53769099895}"/>
    <dgm:cxn modelId="{5FCBFDD7-A686-4C7A-8C32-4A7684C3B184}" srcId="{5AB428E1-97CA-43B4-A372-CF92B9BCB9F7}" destId="{3756DA2E-FE6C-45FD-88C7-DE5811EECB96}" srcOrd="4" destOrd="0" parTransId="{81771181-0C66-427C-B278-04E2377E81F9}" sibTransId="{DDA9B0DA-0BBA-46BA-8231-C3C60582A4A1}"/>
    <dgm:cxn modelId="{A8AF3CB6-C9D1-48F5-BCC5-5B80BD238400}" type="presOf" srcId="{555A9754-F8D7-44CD-AFF8-B5CDF5DF2521}" destId="{20D5EB98-640C-4185-86C8-0BCE36040971}" srcOrd="0" destOrd="0" presId="urn:microsoft.com/office/officeart/2005/8/layout/vList3"/>
    <dgm:cxn modelId="{790732F5-5809-438B-B2D9-F82372E1E6E3}" type="presOf" srcId="{3756DA2E-FE6C-45FD-88C7-DE5811EECB96}" destId="{E0BCC5D1-00F8-4901-A65C-2D84A37BAC61}" srcOrd="0" destOrd="0" presId="urn:microsoft.com/office/officeart/2005/8/layout/vList3"/>
    <dgm:cxn modelId="{BFDD057C-97C3-4C5C-A5E3-BBE1F4C3A713}" srcId="{5AB428E1-97CA-43B4-A372-CF92B9BCB9F7}" destId="{62EC741B-F99A-485A-BF86-6992A39E983B}" srcOrd="1" destOrd="0" parTransId="{2EC971A1-77BC-4B03-8738-B820E0376469}" sibTransId="{89D05DA3-E6D2-4D15-B822-A98B67C76900}"/>
    <dgm:cxn modelId="{C5355D55-95E6-4D10-A5BC-67F428E13B18}" srcId="{5AB428E1-97CA-43B4-A372-CF92B9BCB9F7}" destId="{6AF53609-78CF-4BA0-B675-DF343C37EB1D}" srcOrd="0" destOrd="0" parTransId="{8A976A38-726F-4EF8-BA3B-FBB55242E189}" sibTransId="{2EA0F653-0656-421E-B558-507D6522C4EC}"/>
    <dgm:cxn modelId="{CB252989-F25E-4B10-8E1A-565136EB6B28}" srcId="{5AB428E1-97CA-43B4-A372-CF92B9BCB9F7}" destId="{555A9754-F8D7-44CD-AFF8-B5CDF5DF2521}" srcOrd="3" destOrd="0" parTransId="{3F6DFDD0-EF25-41D0-BD65-E4CC47FFD38D}" sibTransId="{8EFC44E6-1917-4079-8600-5767B5285D1F}"/>
    <dgm:cxn modelId="{323567E5-974B-40AF-B73E-5A0A84FF293D}" type="presParOf" srcId="{1E4C5264-6A68-4298-AEED-BB595311AB8F}" destId="{1DB95DC5-6738-4E25-81FD-0B2FE518732B}" srcOrd="0" destOrd="0" presId="urn:microsoft.com/office/officeart/2005/8/layout/vList3"/>
    <dgm:cxn modelId="{6E9D5509-ADE7-4027-935A-11608C255CF0}" type="presParOf" srcId="{1DB95DC5-6738-4E25-81FD-0B2FE518732B}" destId="{41286D87-FD41-404E-9A2C-F6D1CBF699A2}" srcOrd="0" destOrd="0" presId="urn:microsoft.com/office/officeart/2005/8/layout/vList3"/>
    <dgm:cxn modelId="{4D0CB961-EB85-4E31-9CB9-14F7BD2C56FA}" type="presParOf" srcId="{1DB95DC5-6738-4E25-81FD-0B2FE518732B}" destId="{4811289B-2F99-4486-934F-E61192A9F95D}" srcOrd="1" destOrd="0" presId="urn:microsoft.com/office/officeart/2005/8/layout/vList3"/>
    <dgm:cxn modelId="{60CD0B18-2080-4BA2-87AC-C7A9AB3B9706}" type="presParOf" srcId="{1E4C5264-6A68-4298-AEED-BB595311AB8F}" destId="{827E8DE5-FC88-4B5A-BB84-948B4144822A}" srcOrd="1" destOrd="0" presId="urn:microsoft.com/office/officeart/2005/8/layout/vList3"/>
    <dgm:cxn modelId="{1F87D717-42D1-454B-BE53-2B84C9C55494}" type="presParOf" srcId="{1E4C5264-6A68-4298-AEED-BB595311AB8F}" destId="{55E811E6-D8B8-4765-B7A3-8B0D008D774C}" srcOrd="2" destOrd="0" presId="urn:microsoft.com/office/officeart/2005/8/layout/vList3"/>
    <dgm:cxn modelId="{2CC12822-2710-403C-8847-CBC0DF701F8A}" type="presParOf" srcId="{55E811E6-D8B8-4765-B7A3-8B0D008D774C}" destId="{3832774E-32B4-4330-A518-C53A6C4571AD}" srcOrd="0" destOrd="0" presId="urn:microsoft.com/office/officeart/2005/8/layout/vList3"/>
    <dgm:cxn modelId="{7C107FCE-99BF-426F-97B9-44EA1DF1C34B}" type="presParOf" srcId="{55E811E6-D8B8-4765-B7A3-8B0D008D774C}" destId="{C8530519-E89C-4BF0-A553-96DD9679983A}" srcOrd="1" destOrd="0" presId="urn:microsoft.com/office/officeart/2005/8/layout/vList3"/>
    <dgm:cxn modelId="{232AB5B1-9623-46A0-8942-B78DD97F6277}" type="presParOf" srcId="{1E4C5264-6A68-4298-AEED-BB595311AB8F}" destId="{6AC182DA-83FA-47EB-9BE7-B05B6FB00D1E}" srcOrd="3" destOrd="0" presId="urn:microsoft.com/office/officeart/2005/8/layout/vList3"/>
    <dgm:cxn modelId="{0E3152FF-05B3-4A39-889E-58DA9A607AF4}" type="presParOf" srcId="{1E4C5264-6A68-4298-AEED-BB595311AB8F}" destId="{EE4A1D75-17B4-4B89-B574-56E5A5CFC4C5}" srcOrd="4" destOrd="0" presId="urn:microsoft.com/office/officeart/2005/8/layout/vList3"/>
    <dgm:cxn modelId="{3031487A-2E0C-4FBD-B03A-ED2088E148A8}" type="presParOf" srcId="{EE4A1D75-17B4-4B89-B574-56E5A5CFC4C5}" destId="{63C6E3D9-0906-4A05-8657-2AD8CC602428}" srcOrd="0" destOrd="0" presId="urn:microsoft.com/office/officeart/2005/8/layout/vList3"/>
    <dgm:cxn modelId="{75E973A0-FCF3-4DBF-BE1D-00803087A0DB}" type="presParOf" srcId="{EE4A1D75-17B4-4B89-B574-56E5A5CFC4C5}" destId="{3AE6C263-3DD6-4475-AE07-FF8F0892E8AE}" srcOrd="1" destOrd="0" presId="urn:microsoft.com/office/officeart/2005/8/layout/vList3"/>
    <dgm:cxn modelId="{B09A6663-ADDE-4AC7-B83B-594D057632DA}" type="presParOf" srcId="{1E4C5264-6A68-4298-AEED-BB595311AB8F}" destId="{683D7315-F6DB-4C18-97F2-8398712A394B}" srcOrd="5" destOrd="0" presId="urn:microsoft.com/office/officeart/2005/8/layout/vList3"/>
    <dgm:cxn modelId="{001C9941-1A99-41EE-A80F-E862A153C468}" type="presParOf" srcId="{1E4C5264-6A68-4298-AEED-BB595311AB8F}" destId="{6B3DB144-5D65-465E-8BCB-E0CF84747C06}" srcOrd="6" destOrd="0" presId="urn:microsoft.com/office/officeart/2005/8/layout/vList3"/>
    <dgm:cxn modelId="{51F006A9-39DB-4A98-B441-18CFBC9E51E8}" type="presParOf" srcId="{6B3DB144-5D65-465E-8BCB-E0CF84747C06}" destId="{B1B7391E-9DFD-489A-95B0-1E8281AAFAC8}" srcOrd="0" destOrd="0" presId="urn:microsoft.com/office/officeart/2005/8/layout/vList3"/>
    <dgm:cxn modelId="{511F17B0-BD8D-4145-9DCF-2EAE4250BB75}" type="presParOf" srcId="{6B3DB144-5D65-465E-8BCB-E0CF84747C06}" destId="{20D5EB98-640C-4185-86C8-0BCE36040971}" srcOrd="1" destOrd="0" presId="urn:microsoft.com/office/officeart/2005/8/layout/vList3"/>
    <dgm:cxn modelId="{318F2F70-11E7-4537-9B09-C60042EB8317}" type="presParOf" srcId="{1E4C5264-6A68-4298-AEED-BB595311AB8F}" destId="{CF020E8E-37C6-4717-A686-03D64441FE30}" srcOrd="7" destOrd="0" presId="urn:microsoft.com/office/officeart/2005/8/layout/vList3"/>
    <dgm:cxn modelId="{9825478E-1C0C-4E09-AD67-AF8EFA94F26E}" type="presParOf" srcId="{1E4C5264-6A68-4298-AEED-BB595311AB8F}" destId="{93E52B44-483E-4074-8609-F52AB769DEC1}" srcOrd="8" destOrd="0" presId="urn:microsoft.com/office/officeart/2005/8/layout/vList3"/>
    <dgm:cxn modelId="{B7984926-57BB-4C9F-8ECE-B63D238674B5}" type="presParOf" srcId="{93E52B44-483E-4074-8609-F52AB769DEC1}" destId="{42BC3048-E21F-4A79-8401-AF2A74B4B180}" srcOrd="0" destOrd="0" presId="urn:microsoft.com/office/officeart/2005/8/layout/vList3"/>
    <dgm:cxn modelId="{639B4520-5070-4437-B5C6-9C8DC164DFC9}" type="presParOf" srcId="{93E52B44-483E-4074-8609-F52AB769DEC1}" destId="{E0BCC5D1-00F8-4901-A65C-2D84A37BAC61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11289B-2F99-4486-934F-E61192A9F95D}">
      <dsp:nvSpPr>
        <dsp:cNvPr id="0" name=""/>
        <dsp:cNvSpPr/>
      </dsp:nvSpPr>
      <dsp:spPr>
        <a:xfrm>
          <a:off x="1447368" y="310"/>
          <a:ext cx="4878076" cy="874720"/>
        </a:xfrm>
        <a:prstGeom prst="homePlate">
          <a:avLst/>
        </a:prstGeom>
        <a:blipFill>
          <a:blip xmlns:r="http://schemas.openxmlformats.org/officeDocument/2006/relationships" r:embed="rId1"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5727" tIns="140970" rIns="263144" bIns="140970" numCol="1" spcCol="1270" anchor="ctr" anchorCtr="0">
          <a:noAutofit/>
        </a:bodyPr>
        <a:lstStyle/>
        <a:p>
          <a:pPr lvl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700" kern="1200">
              <a:noFill/>
            </a:rPr>
            <a:t> </a:t>
          </a:r>
        </a:p>
      </dsp:txBody>
      <dsp:txXfrm rot="10800000">
        <a:off x="1447368" y="310"/>
        <a:ext cx="4659396" cy="874720"/>
      </dsp:txXfrm>
    </dsp:sp>
    <dsp:sp modelId="{41286D87-FD41-404E-9A2C-F6D1CBF699A2}">
      <dsp:nvSpPr>
        <dsp:cNvPr id="0" name=""/>
        <dsp:cNvSpPr/>
      </dsp:nvSpPr>
      <dsp:spPr>
        <a:xfrm>
          <a:off x="1010008" y="310"/>
          <a:ext cx="874720" cy="874720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530519-E89C-4BF0-A553-96DD9679983A}">
      <dsp:nvSpPr>
        <dsp:cNvPr id="0" name=""/>
        <dsp:cNvSpPr/>
      </dsp:nvSpPr>
      <dsp:spPr>
        <a:xfrm>
          <a:off x="1447368" y="1136142"/>
          <a:ext cx="4878076" cy="874720"/>
        </a:xfrm>
        <a:prstGeom prst="homePlate">
          <a:avLst/>
        </a:prstGeom>
        <a:blipFill>
          <a:blip xmlns:r="http://schemas.openxmlformats.org/officeDocument/2006/relationships" r:embed="rId3"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5727" tIns="140970" rIns="263144" bIns="140970" numCol="1" spcCol="1270" anchor="ctr" anchorCtr="0">
          <a:noAutofit/>
        </a:bodyPr>
        <a:lstStyle/>
        <a:p>
          <a:pPr lvl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700" kern="1200">
              <a:noFill/>
            </a:rPr>
            <a:t> </a:t>
          </a:r>
        </a:p>
      </dsp:txBody>
      <dsp:txXfrm rot="10800000">
        <a:off x="1447368" y="1136142"/>
        <a:ext cx="4659396" cy="874720"/>
      </dsp:txXfrm>
    </dsp:sp>
    <dsp:sp modelId="{3832774E-32B4-4330-A518-C53A6C4571AD}">
      <dsp:nvSpPr>
        <dsp:cNvPr id="0" name=""/>
        <dsp:cNvSpPr/>
      </dsp:nvSpPr>
      <dsp:spPr>
        <a:xfrm>
          <a:off x="1010008" y="1136142"/>
          <a:ext cx="874720" cy="874720"/>
        </a:xfrm>
        <a:prstGeom prst="ellipse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E6C263-3DD6-4475-AE07-FF8F0892E8AE}">
      <dsp:nvSpPr>
        <dsp:cNvPr id="0" name=""/>
        <dsp:cNvSpPr/>
      </dsp:nvSpPr>
      <dsp:spPr>
        <a:xfrm>
          <a:off x="1447368" y="2271973"/>
          <a:ext cx="4878076" cy="874720"/>
        </a:xfrm>
        <a:prstGeom prst="homePlate">
          <a:avLst/>
        </a:prstGeom>
        <a:blipFill>
          <a:blip xmlns:r="http://schemas.openxmlformats.org/officeDocument/2006/relationships" r:embed="rId5"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5727" tIns="140970" rIns="263144" bIns="140970" numCol="1" spcCol="1270" anchor="ctr" anchorCtr="0">
          <a:noAutofit/>
        </a:bodyPr>
        <a:lstStyle/>
        <a:p>
          <a:pPr lvl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700" kern="1200">
              <a:noFill/>
            </a:rPr>
            <a:t> </a:t>
          </a:r>
        </a:p>
      </dsp:txBody>
      <dsp:txXfrm rot="10800000">
        <a:off x="1447368" y="2271973"/>
        <a:ext cx="4659396" cy="874720"/>
      </dsp:txXfrm>
    </dsp:sp>
    <dsp:sp modelId="{63C6E3D9-0906-4A05-8657-2AD8CC602428}">
      <dsp:nvSpPr>
        <dsp:cNvPr id="0" name=""/>
        <dsp:cNvSpPr/>
      </dsp:nvSpPr>
      <dsp:spPr>
        <a:xfrm>
          <a:off x="1010008" y="2271973"/>
          <a:ext cx="874720" cy="874720"/>
        </a:xfrm>
        <a:prstGeom prst="ellipse">
          <a:avLst/>
        </a:prstGeom>
        <a:blipFill>
          <a:blip xmlns:r="http://schemas.openxmlformats.org/officeDocument/2006/relationships"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D5EB98-640C-4185-86C8-0BCE36040971}">
      <dsp:nvSpPr>
        <dsp:cNvPr id="0" name=""/>
        <dsp:cNvSpPr/>
      </dsp:nvSpPr>
      <dsp:spPr>
        <a:xfrm>
          <a:off x="1447368" y="3407804"/>
          <a:ext cx="4878076" cy="874720"/>
        </a:xfrm>
        <a:prstGeom prst="homePlate">
          <a:avLst/>
        </a:prstGeom>
        <a:blipFill>
          <a:blip xmlns:r="http://schemas.openxmlformats.org/officeDocument/2006/relationships" r:embed="rId7"/>
          <a:stretch>
            <a:fillRect t="-685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5727" tIns="140970" rIns="263144" bIns="140970" numCol="1" spcCol="1270" anchor="ctr" anchorCtr="0">
          <a:noAutofit/>
        </a:bodyPr>
        <a:lstStyle/>
        <a:p>
          <a:pPr lvl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700" kern="1200" dirty="0">
              <a:noFill/>
            </a:rPr>
            <a:t> </a:t>
          </a:r>
        </a:p>
      </dsp:txBody>
      <dsp:txXfrm rot="10800000">
        <a:off x="1447368" y="3407804"/>
        <a:ext cx="4659396" cy="874720"/>
      </dsp:txXfrm>
    </dsp:sp>
    <dsp:sp modelId="{B1B7391E-9DFD-489A-95B0-1E8281AAFAC8}">
      <dsp:nvSpPr>
        <dsp:cNvPr id="0" name=""/>
        <dsp:cNvSpPr/>
      </dsp:nvSpPr>
      <dsp:spPr>
        <a:xfrm>
          <a:off x="1010008" y="3407804"/>
          <a:ext cx="874720" cy="874720"/>
        </a:xfrm>
        <a:prstGeom prst="ellipse">
          <a:avLst/>
        </a:prstGeom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BCC5D1-00F8-4901-A65C-2D84A37BAC61}">
      <dsp:nvSpPr>
        <dsp:cNvPr id="0" name=""/>
        <dsp:cNvSpPr/>
      </dsp:nvSpPr>
      <dsp:spPr>
        <a:xfrm>
          <a:off x="1447368" y="4543635"/>
          <a:ext cx="4878076" cy="874720"/>
        </a:xfrm>
        <a:prstGeom prst="homePlate">
          <a:avLst/>
        </a:prstGeom>
        <a:blipFill>
          <a:blip xmlns:r="http://schemas.openxmlformats.org/officeDocument/2006/relationships" r:embed="rId9"/>
          <a:stretch>
            <a:fillRect t="-685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5727" tIns="140970" rIns="263144" bIns="140970" numCol="1" spcCol="1270" anchor="ctr" anchorCtr="0">
          <a:noAutofit/>
        </a:bodyPr>
        <a:lstStyle/>
        <a:p>
          <a:pPr lvl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700" kern="1200">
              <a:noFill/>
            </a:rPr>
            <a:t> </a:t>
          </a:r>
        </a:p>
      </dsp:txBody>
      <dsp:txXfrm rot="10800000">
        <a:off x="1447368" y="4543635"/>
        <a:ext cx="4659396" cy="874720"/>
      </dsp:txXfrm>
    </dsp:sp>
    <dsp:sp modelId="{42BC3048-E21F-4A79-8401-AF2A74B4B180}">
      <dsp:nvSpPr>
        <dsp:cNvPr id="0" name=""/>
        <dsp:cNvSpPr/>
      </dsp:nvSpPr>
      <dsp:spPr>
        <a:xfrm>
          <a:off x="1010008" y="4543635"/>
          <a:ext cx="874720" cy="874720"/>
        </a:xfrm>
        <a:prstGeom prst="ellipse">
          <a:avLst/>
        </a:prstGeom>
        <a:blipFill>
          <a:blip xmlns:r="http://schemas.openxmlformats.org/officeDocument/2006/relationships"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Relationship Id="rId5" Type="http://schemas.openxmlformats.org/officeDocument/2006/relationships/image" Target="../media/image30.wmf"/><Relationship Id="rId4" Type="http://schemas.openxmlformats.org/officeDocument/2006/relationships/image" Target="../media/image29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image" Target="../media/image34.wmf"/><Relationship Id="rId7" Type="http://schemas.openxmlformats.org/officeDocument/2006/relationships/image" Target="../media/image38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Relationship Id="rId6" Type="http://schemas.openxmlformats.org/officeDocument/2006/relationships/image" Target="../media/image37.wmf"/><Relationship Id="rId5" Type="http://schemas.openxmlformats.org/officeDocument/2006/relationships/image" Target="../media/image36.wmf"/><Relationship Id="rId4" Type="http://schemas.openxmlformats.org/officeDocument/2006/relationships/image" Target="../media/image35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Relationship Id="rId4" Type="http://schemas.openxmlformats.org/officeDocument/2006/relationships/image" Target="../media/image44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0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355940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6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861494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1pPr>
            <a:lvl2pPr marL="457194" indent="0" algn="ctr">
              <a:buNone/>
              <a:defRPr sz="2000"/>
            </a:lvl2pPr>
            <a:lvl3pPr marL="914389" indent="0" algn="ctr">
              <a:buNone/>
              <a:defRPr sz="1800"/>
            </a:lvl3pPr>
            <a:lvl4pPr marL="1371583" indent="0" algn="ctr">
              <a:buNone/>
              <a:defRPr sz="1600"/>
            </a:lvl4pPr>
            <a:lvl5pPr marL="1828777" indent="0" algn="ctr">
              <a:buNone/>
              <a:defRPr sz="1600"/>
            </a:lvl5pPr>
            <a:lvl6pPr marL="2285971" indent="0" algn="ctr">
              <a:buNone/>
              <a:defRPr sz="1600"/>
            </a:lvl6pPr>
            <a:lvl7pPr marL="2743167" indent="0" algn="ctr">
              <a:buNone/>
              <a:defRPr sz="1600"/>
            </a:lvl7pPr>
            <a:lvl8pPr marL="3200361" indent="0" algn="ctr">
              <a:buNone/>
              <a:defRPr sz="1600"/>
            </a:lvl8pPr>
            <a:lvl9pPr marL="3657555" indent="0" algn="ctr">
              <a:buNone/>
              <a:defRPr sz="1600"/>
            </a:lvl9pPr>
          </a:lstStyle>
          <a:p>
            <a:r>
              <a:rPr lang="zh-CN" altLang="en-US" dirty="0" smtClean="0"/>
              <a:t>单击以编辑母版副标题样式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80332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335431" y="478818"/>
            <a:ext cx="9952515" cy="801388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25000"/>
              </a:lnSpc>
              <a:defRPr sz="4200"/>
            </a:lvl1pPr>
          </a:lstStyle>
          <a:p>
            <a:pPr eaLnBrk="1" hangingPunct="1"/>
            <a:r>
              <a:rPr lang="zh-CN" altLang="en-US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一级标题</a:t>
            </a:r>
          </a:p>
        </p:txBody>
      </p:sp>
    </p:spTree>
    <p:extLst>
      <p:ext uri="{BB962C8B-B14F-4D97-AF65-F5344CB8AC3E}">
        <p14:creationId xmlns:p14="http://schemas.microsoft.com/office/powerpoint/2010/main" val="26253170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lnSpc>
                <a:spcPct val="125000"/>
              </a:lnSpc>
              <a:defRPr sz="42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Clr>
                <a:srgbClr val="41B0B9"/>
              </a:buClr>
              <a:buFont typeface="Times New Roman" panose="02020603050405020304" pitchFamily="18" charset="0"/>
              <a:buChar char="►"/>
              <a:defRPr sz="24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1pPr>
            <a:lvl2pPr marL="685800" indent="-228600">
              <a:buClr>
                <a:srgbClr val="41B0B9"/>
              </a:buClr>
              <a:buFont typeface="Times New Roman" panose="02020603050405020304" pitchFamily="18" charset="0"/>
              <a:buChar char="►"/>
              <a:defRPr sz="20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2pPr>
            <a:lvl3pPr marL="1143000" indent="-228600">
              <a:buClr>
                <a:srgbClr val="41B0B9"/>
              </a:buClr>
              <a:buFont typeface="Times New Roman" panose="02020603050405020304" pitchFamily="18" charset="0"/>
              <a:buChar char="►"/>
              <a:defRPr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3pPr>
            <a:lvl4pPr marL="1600200" indent="-228600">
              <a:buClr>
                <a:srgbClr val="41B0B9"/>
              </a:buClr>
              <a:buFont typeface="Times New Roman" panose="02020603050405020304" pitchFamily="18" charset="0"/>
              <a:buChar char="►"/>
              <a:defRPr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4pPr>
            <a:lvl5pPr marL="2057400" indent="-228600">
              <a:buClr>
                <a:srgbClr val="41B0B9"/>
              </a:buClr>
              <a:buFont typeface="Times New Roman" panose="02020603050405020304" pitchFamily="18" charset="0"/>
              <a:buChar char="►"/>
              <a:defRPr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3754622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355940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6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861494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1pPr>
            <a:lvl2pPr marL="457194" indent="0" algn="ctr">
              <a:buNone/>
              <a:defRPr sz="2000"/>
            </a:lvl2pPr>
            <a:lvl3pPr marL="914389" indent="0" algn="ctr">
              <a:buNone/>
              <a:defRPr sz="1800"/>
            </a:lvl3pPr>
            <a:lvl4pPr marL="1371583" indent="0" algn="ctr">
              <a:buNone/>
              <a:defRPr sz="1600"/>
            </a:lvl4pPr>
            <a:lvl5pPr marL="1828777" indent="0" algn="ctr">
              <a:buNone/>
              <a:defRPr sz="1600"/>
            </a:lvl5pPr>
            <a:lvl6pPr marL="2285971" indent="0" algn="ctr">
              <a:buNone/>
              <a:defRPr sz="1600"/>
            </a:lvl6pPr>
            <a:lvl7pPr marL="2743167" indent="0" algn="ctr">
              <a:buNone/>
              <a:defRPr sz="1600"/>
            </a:lvl7pPr>
            <a:lvl8pPr marL="3200361" indent="0" algn="ctr">
              <a:buNone/>
              <a:defRPr sz="1600"/>
            </a:lvl8pPr>
            <a:lvl9pPr marL="3657555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34336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355940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6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861494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1pPr>
            <a:lvl2pPr marL="457194" indent="0" algn="ctr">
              <a:buNone/>
              <a:defRPr sz="2000"/>
            </a:lvl2pPr>
            <a:lvl3pPr marL="914389" indent="0" algn="ctr">
              <a:buNone/>
              <a:defRPr sz="1800"/>
            </a:lvl3pPr>
            <a:lvl4pPr marL="1371583" indent="0" algn="ctr">
              <a:buNone/>
              <a:defRPr sz="1600"/>
            </a:lvl4pPr>
            <a:lvl5pPr marL="1828777" indent="0" algn="ctr">
              <a:buNone/>
              <a:defRPr sz="1600"/>
            </a:lvl5pPr>
            <a:lvl6pPr marL="2285971" indent="0" algn="ctr">
              <a:buNone/>
              <a:defRPr sz="1600"/>
            </a:lvl6pPr>
            <a:lvl7pPr marL="2743167" indent="0" algn="ctr">
              <a:buNone/>
              <a:defRPr sz="1600"/>
            </a:lvl7pPr>
            <a:lvl8pPr marL="3200361" indent="0" algn="ctr">
              <a:buNone/>
              <a:defRPr sz="1600"/>
            </a:lvl8pPr>
            <a:lvl9pPr marL="3657555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87918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683774" y="478818"/>
            <a:ext cx="9952515" cy="80138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4233"/>
            </a:lvl1pPr>
          </a:lstStyle>
          <a:p>
            <a:pPr eaLnBrk="1" hangingPunct="1"/>
            <a:r>
              <a:rPr lang="zh-CN" altLang="en-US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一级标题</a:t>
            </a:r>
          </a:p>
        </p:txBody>
      </p:sp>
    </p:spTree>
    <p:extLst>
      <p:ext uri="{BB962C8B-B14F-4D97-AF65-F5344CB8AC3E}">
        <p14:creationId xmlns:p14="http://schemas.microsoft.com/office/powerpoint/2010/main" val="3251830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355940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6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861494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1pPr>
            <a:lvl2pPr marL="457194" indent="0" algn="ctr">
              <a:buNone/>
              <a:defRPr sz="2000"/>
            </a:lvl2pPr>
            <a:lvl3pPr marL="914389" indent="0" algn="ctr">
              <a:buNone/>
              <a:defRPr sz="1800"/>
            </a:lvl3pPr>
            <a:lvl4pPr marL="1371583" indent="0" algn="ctr">
              <a:buNone/>
              <a:defRPr sz="1600"/>
            </a:lvl4pPr>
            <a:lvl5pPr marL="1828777" indent="0" algn="ctr">
              <a:buNone/>
              <a:defRPr sz="1600"/>
            </a:lvl5pPr>
            <a:lvl6pPr marL="2285971" indent="0" algn="ctr">
              <a:buNone/>
              <a:defRPr sz="1600"/>
            </a:lvl6pPr>
            <a:lvl7pPr marL="2743167" indent="0" algn="ctr">
              <a:buNone/>
              <a:defRPr sz="1600"/>
            </a:lvl7pPr>
            <a:lvl8pPr marL="3200361" indent="0" algn="ctr">
              <a:buNone/>
              <a:defRPr sz="1600"/>
            </a:lvl8pPr>
            <a:lvl9pPr marL="3657555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95240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emf"/><Relationship Id="rId4" Type="http://schemas.openxmlformats.org/officeDocument/2006/relationships/image" Target="../media/image1.emf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emf"/><Relationship Id="rId4" Type="http://schemas.openxmlformats.org/officeDocument/2006/relationships/image" Target="../media/image1.emf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emf"/><Relationship Id="rId4" Type="http://schemas.openxmlformats.org/officeDocument/2006/relationships/image" Target="../media/image3.emf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emf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emf"/><Relationship Id="rId4" Type="http://schemas.openxmlformats.org/officeDocument/2006/relationships/image" Target="../media/image1.emf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/>
          </p:cNvPicPr>
          <p:nvPr/>
        </p:nvPicPr>
        <p:blipFill rotWithShape="1">
          <a:blip r:embed="rId3"/>
          <a:srcRect l="-1" r="156" b="79277"/>
          <a:stretch/>
        </p:blipFill>
        <p:spPr>
          <a:xfrm>
            <a:off x="0" y="682724"/>
            <a:ext cx="12192000" cy="1605600"/>
          </a:xfrm>
          <a:prstGeom prst="rect">
            <a:avLst/>
          </a:prstGeom>
        </p:spPr>
      </p:pic>
      <p:pic>
        <p:nvPicPr>
          <p:cNvPr id="8" name="图片 7"/>
          <p:cNvPicPr>
            <a:picLocks/>
          </p:cNvPicPr>
          <p:nvPr/>
        </p:nvPicPr>
        <p:blipFill rotWithShape="1">
          <a:blip r:embed="rId3"/>
          <a:srcRect r="117" b="79277"/>
          <a:stretch/>
        </p:blipFill>
        <p:spPr>
          <a:xfrm flipH="1">
            <a:off x="0" y="502725"/>
            <a:ext cx="12192000" cy="180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911" y="1013641"/>
            <a:ext cx="2881494" cy="9144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0936" y="1456441"/>
            <a:ext cx="2501064" cy="81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840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73" r:id="rId1"/>
  </p:sldLayoutIdLst>
  <p:timing>
    <p:tnLst>
      <p:par>
        <p:cTn id="1" dur="indefinite" restart="never" nodeType="tmRoot"/>
      </p:par>
    </p:tnLst>
  </p:timing>
  <p:txStyles>
    <p:titleStyle>
      <a:lvl1pPr algn="l" defTabSz="91438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7" indent="-228597" algn="l" defTabSz="91438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1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6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0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7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9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6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58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52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4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9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3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6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5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9690936" y="6040800"/>
            <a:ext cx="2501064" cy="817200"/>
          </a:xfrm>
          <a:prstGeom prst="rect">
            <a:avLst/>
          </a:prstGeom>
        </p:spPr>
      </p:pic>
      <p:pic>
        <p:nvPicPr>
          <p:cNvPr id="43" name="图片 42"/>
          <p:cNvPicPr>
            <a:picLocks/>
          </p:cNvPicPr>
          <p:nvPr/>
        </p:nvPicPr>
        <p:blipFill rotWithShape="1">
          <a:blip r:embed="rId4"/>
          <a:srcRect b="40414"/>
          <a:stretch/>
        </p:blipFill>
        <p:spPr>
          <a:xfrm>
            <a:off x="0" y="122329"/>
            <a:ext cx="12191484" cy="344488"/>
          </a:xfrm>
          <a:custGeom>
            <a:avLst/>
            <a:gdLst>
              <a:gd name="connsiteX0" fmla="*/ 11320859 w 11520000"/>
              <a:gd name="connsiteY0" fmla="*/ 268405 h 325509"/>
              <a:gd name="connsiteX1" fmla="*/ 11520000 w 11520000"/>
              <a:gd name="connsiteY1" fmla="*/ 268405 h 325509"/>
              <a:gd name="connsiteX2" fmla="*/ 11520000 w 11520000"/>
              <a:gd name="connsiteY2" fmla="*/ 325509 h 325509"/>
              <a:gd name="connsiteX3" fmla="*/ 11296840 w 11520000"/>
              <a:gd name="connsiteY3" fmla="*/ 325509 h 325509"/>
              <a:gd name="connsiteX4" fmla="*/ 11316728 w 11520000"/>
              <a:gd name="connsiteY4" fmla="*/ 288869 h 325509"/>
              <a:gd name="connsiteX5" fmla="*/ 0 w 11520000"/>
              <a:gd name="connsiteY5" fmla="*/ 268405 h 325509"/>
              <a:gd name="connsiteX6" fmla="*/ 10715519 w 11520000"/>
              <a:gd name="connsiteY6" fmla="*/ 268405 h 325509"/>
              <a:gd name="connsiteX7" fmla="*/ 10719650 w 11520000"/>
              <a:gd name="connsiteY7" fmla="*/ 288869 h 325509"/>
              <a:gd name="connsiteX8" fmla="*/ 10739538 w 11520000"/>
              <a:gd name="connsiteY8" fmla="*/ 325509 h 325509"/>
              <a:gd name="connsiteX9" fmla="*/ 0 w 11520000"/>
              <a:gd name="connsiteY9" fmla="*/ 325509 h 325509"/>
              <a:gd name="connsiteX10" fmla="*/ 11342049 w 11520000"/>
              <a:gd name="connsiteY10" fmla="*/ 163448 h 325509"/>
              <a:gd name="connsiteX11" fmla="*/ 11520000 w 11520000"/>
              <a:gd name="connsiteY11" fmla="*/ 163448 h 325509"/>
              <a:gd name="connsiteX12" fmla="*/ 11520000 w 11520000"/>
              <a:gd name="connsiteY12" fmla="*/ 218165 h 325509"/>
              <a:gd name="connsiteX13" fmla="*/ 11331002 w 11520000"/>
              <a:gd name="connsiteY13" fmla="*/ 218165 h 325509"/>
              <a:gd name="connsiteX14" fmla="*/ 0 w 11520000"/>
              <a:gd name="connsiteY14" fmla="*/ 163448 h 325509"/>
              <a:gd name="connsiteX15" fmla="*/ 10694329 w 11520000"/>
              <a:gd name="connsiteY15" fmla="*/ 163448 h 325509"/>
              <a:gd name="connsiteX16" fmla="*/ 10705376 w 11520000"/>
              <a:gd name="connsiteY16" fmla="*/ 218165 h 325509"/>
              <a:gd name="connsiteX17" fmla="*/ 0 w 11520000"/>
              <a:gd name="connsiteY17" fmla="*/ 218165 h 325509"/>
              <a:gd name="connsiteX18" fmla="*/ 11296841 w 11520000"/>
              <a:gd name="connsiteY18" fmla="*/ 0 h 325509"/>
              <a:gd name="connsiteX19" fmla="*/ 11520000 w 11520000"/>
              <a:gd name="connsiteY19" fmla="*/ 0 h 325509"/>
              <a:gd name="connsiteX20" fmla="*/ 11520000 w 11520000"/>
              <a:gd name="connsiteY20" fmla="*/ 113207 h 325509"/>
              <a:gd name="connsiteX21" fmla="*/ 11332186 w 11520000"/>
              <a:gd name="connsiteY21" fmla="*/ 113207 h 325509"/>
              <a:gd name="connsiteX22" fmla="*/ 11316728 w 11520000"/>
              <a:gd name="connsiteY22" fmla="*/ 36639 h 325509"/>
              <a:gd name="connsiteX23" fmla="*/ 0 w 11520000"/>
              <a:gd name="connsiteY23" fmla="*/ 0 h 325509"/>
              <a:gd name="connsiteX24" fmla="*/ 10739537 w 11520000"/>
              <a:gd name="connsiteY24" fmla="*/ 0 h 325509"/>
              <a:gd name="connsiteX25" fmla="*/ 10719650 w 11520000"/>
              <a:gd name="connsiteY25" fmla="*/ 36639 h 325509"/>
              <a:gd name="connsiteX26" fmla="*/ 10704192 w 11520000"/>
              <a:gd name="connsiteY26" fmla="*/ 113207 h 325509"/>
              <a:gd name="connsiteX27" fmla="*/ 0 w 11520000"/>
              <a:gd name="connsiteY27" fmla="*/ 113207 h 325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1520000" h="325509">
                <a:moveTo>
                  <a:pt x="11320859" y="268405"/>
                </a:moveTo>
                <a:lnTo>
                  <a:pt x="11520000" y="268405"/>
                </a:lnTo>
                <a:lnTo>
                  <a:pt x="11520000" y="325509"/>
                </a:lnTo>
                <a:lnTo>
                  <a:pt x="11296840" y="325509"/>
                </a:lnTo>
                <a:lnTo>
                  <a:pt x="11316728" y="288869"/>
                </a:lnTo>
                <a:close/>
                <a:moveTo>
                  <a:pt x="0" y="268405"/>
                </a:moveTo>
                <a:lnTo>
                  <a:pt x="10715519" y="268405"/>
                </a:lnTo>
                <a:lnTo>
                  <a:pt x="10719650" y="288869"/>
                </a:lnTo>
                <a:lnTo>
                  <a:pt x="10739538" y="325509"/>
                </a:lnTo>
                <a:lnTo>
                  <a:pt x="0" y="325509"/>
                </a:lnTo>
                <a:close/>
                <a:moveTo>
                  <a:pt x="11342049" y="163448"/>
                </a:moveTo>
                <a:lnTo>
                  <a:pt x="11520000" y="163448"/>
                </a:lnTo>
                <a:lnTo>
                  <a:pt x="11520000" y="218165"/>
                </a:lnTo>
                <a:lnTo>
                  <a:pt x="11331002" y="218165"/>
                </a:lnTo>
                <a:close/>
                <a:moveTo>
                  <a:pt x="0" y="163448"/>
                </a:moveTo>
                <a:lnTo>
                  <a:pt x="10694329" y="163448"/>
                </a:lnTo>
                <a:lnTo>
                  <a:pt x="10705376" y="218165"/>
                </a:lnTo>
                <a:lnTo>
                  <a:pt x="0" y="218165"/>
                </a:lnTo>
                <a:close/>
                <a:moveTo>
                  <a:pt x="11296841" y="0"/>
                </a:moveTo>
                <a:lnTo>
                  <a:pt x="11520000" y="0"/>
                </a:lnTo>
                <a:lnTo>
                  <a:pt x="11520000" y="113207"/>
                </a:lnTo>
                <a:lnTo>
                  <a:pt x="11332186" y="113207"/>
                </a:lnTo>
                <a:lnTo>
                  <a:pt x="11316728" y="36639"/>
                </a:lnTo>
                <a:close/>
                <a:moveTo>
                  <a:pt x="0" y="0"/>
                </a:moveTo>
                <a:lnTo>
                  <a:pt x="10739537" y="0"/>
                </a:lnTo>
                <a:lnTo>
                  <a:pt x="10719650" y="36639"/>
                </a:lnTo>
                <a:lnTo>
                  <a:pt x="10704192" y="113207"/>
                </a:lnTo>
                <a:lnTo>
                  <a:pt x="0" y="113207"/>
                </a:lnTo>
                <a:close/>
              </a:path>
            </a:pathLst>
          </a:custGeom>
          <a:ln>
            <a:noFill/>
          </a:ln>
        </p:spPr>
      </p:pic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5"/>
          <a:srcRect r="67965"/>
          <a:stretch/>
        </p:blipFill>
        <p:spPr>
          <a:xfrm>
            <a:off x="11383653" y="11519"/>
            <a:ext cx="571476" cy="566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549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77" r:id="rId1"/>
  </p:sldLayoutIdLst>
  <p:timing>
    <p:tnLst>
      <p:par>
        <p:cTn id="1" dur="indefinite" restart="never" nodeType="tmRoot"/>
      </p:par>
    </p:tnLst>
  </p:timing>
  <p:txStyles>
    <p:titleStyle>
      <a:lvl1pPr algn="l" defTabSz="91438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7" indent="-228597" algn="l" defTabSz="91438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1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6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0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7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9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6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58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52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4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9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3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6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5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0F7EF6-3172-4E4B-B9A2-1C5902C289B2}" type="datetimeFigureOut">
              <a:rPr lang="zh-CN" altLang="en-US" smtClean="0"/>
              <a:t>2022/3/9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B25F72-D721-4CB2-959B-31C196EA2BB1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9690936" y="6040800"/>
            <a:ext cx="2501064" cy="817200"/>
          </a:xfrm>
          <a:prstGeom prst="rect">
            <a:avLst/>
          </a:prstGeom>
        </p:spPr>
      </p:pic>
      <p:pic>
        <p:nvPicPr>
          <p:cNvPr id="8" name="图片 7"/>
          <p:cNvPicPr>
            <a:picLocks/>
          </p:cNvPicPr>
          <p:nvPr userDrawn="1"/>
        </p:nvPicPr>
        <p:blipFill rotWithShape="1">
          <a:blip r:embed="rId4"/>
          <a:srcRect b="40414"/>
          <a:stretch/>
        </p:blipFill>
        <p:spPr>
          <a:xfrm>
            <a:off x="0" y="122329"/>
            <a:ext cx="12191484" cy="344488"/>
          </a:xfrm>
          <a:custGeom>
            <a:avLst/>
            <a:gdLst>
              <a:gd name="connsiteX0" fmla="*/ 11320859 w 11520000"/>
              <a:gd name="connsiteY0" fmla="*/ 268405 h 325509"/>
              <a:gd name="connsiteX1" fmla="*/ 11520000 w 11520000"/>
              <a:gd name="connsiteY1" fmla="*/ 268405 h 325509"/>
              <a:gd name="connsiteX2" fmla="*/ 11520000 w 11520000"/>
              <a:gd name="connsiteY2" fmla="*/ 325509 h 325509"/>
              <a:gd name="connsiteX3" fmla="*/ 11296840 w 11520000"/>
              <a:gd name="connsiteY3" fmla="*/ 325509 h 325509"/>
              <a:gd name="connsiteX4" fmla="*/ 11316728 w 11520000"/>
              <a:gd name="connsiteY4" fmla="*/ 288869 h 325509"/>
              <a:gd name="connsiteX5" fmla="*/ 0 w 11520000"/>
              <a:gd name="connsiteY5" fmla="*/ 268405 h 325509"/>
              <a:gd name="connsiteX6" fmla="*/ 10715519 w 11520000"/>
              <a:gd name="connsiteY6" fmla="*/ 268405 h 325509"/>
              <a:gd name="connsiteX7" fmla="*/ 10719650 w 11520000"/>
              <a:gd name="connsiteY7" fmla="*/ 288869 h 325509"/>
              <a:gd name="connsiteX8" fmla="*/ 10739538 w 11520000"/>
              <a:gd name="connsiteY8" fmla="*/ 325509 h 325509"/>
              <a:gd name="connsiteX9" fmla="*/ 0 w 11520000"/>
              <a:gd name="connsiteY9" fmla="*/ 325509 h 325509"/>
              <a:gd name="connsiteX10" fmla="*/ 11342049 w 11520000"/>
              <a:gd name="connsiteY10" fmla="*/ 163448 h 325509"/>
              <a:gd name="connsiteX11" fmla="*/ 11520000 w 11520000"/>
              <a:gd name="connsiteY11" fmla="*/ 163448 h 325509"/>
              <a:gd name="connsiteX12" fmla="*/ 11520000 w 11520000"/>
              <a:gd name="connsiteY12" fmla="*/ 218165 h 325509"/>
              <a:gd name="connsiteX13" fmla="*/ 11331002 w 11520000"/>
              <a:gd name="connsiteY13" fmla="*/ 218165 h 325509"/>
              <a:gd name="connsiteX14" fmla="*/ 0 w 11520000"/>
              <a:gd name="connsiteY14" fmla="*/ 163448 h 325509"/>
              <a:gd name="connsiteX15" fmla="*/ 10694329 w 11520000"/>
              <a:gd name="connsiteY15" fmla="*/ 163448 h 325509"/>
              <a:gd name="connsiteX16" fmla="*/ 10705376 w 11520000"/>
              <a:gd name="connsiteY16" fmla="*/ 218165 h 325509"/>
              <a:gd name="connsiteX17" fmla="*/ 0 w 11520000"/>
              <a:gd name="connsiteY17" fmla="*/ 218165 h 325509"/>
              <a:gd name="connsiteX18" fmla="*/ 11296841 w 11520000"/>
              <a:gd name="connsiteY18" fmla="*/ 0 h 325509"/>
              <a:gd name="connsiteX19" fmla="*/ 11520000 w 11520000"/>
              <a:gd name="connsiteY19" fmla="*/ 0 h 325509"/>
              <a:gd name="connsiteX20" fmla="*/ 11520000 w 11520000"/>
              <a:gd name="connsiteY20" fmla="*/ 113207 h 325509"/>
              <a:gd name="connsiteX21" fmla="*/ 11332186 w 11520000"/>
              <a:gd name="connsiteY21" fmla="*/ 113207 h 325509"/>
              <a:gd name="connsiteX22" fmla="*/ 11316728 w 11520000"/>
              <a:gd name="connsiteY22" fmla="*/ 36639 h 325509"/>
              <a:gd name="connsiteX23" fmla="*/ 0 w 11520000"/>
              <a:gd name="connsiteY23" fmla="*/ 0 h 325509"/>
              <a:gd name="connsiteX24" fmla="*/ 10739537 w 11520000"/>
              <a:gd name="connsiteY24" fmla="*/ 0 h 325509"/>
              <a:gd name="connsiteX25" fmla="*/ 10719650 w 11520000"/>
              <a:gd name="connsiteY25" fmla="*/ 36639 h 325509"/>
              <a:gd name="connsiteX26" fmla="*/ 10704192 w 11520000"/>
              <a:gd name="connsiteY26" fmla="*/ 113207 h 325509"/>
              <a:gd name="connsiteX27" fmla="*/ 0 w 11520000"/>
              <a:gd name="connsiteY27" fmla="*/ 113207 h 325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1520000" h="325509">
                <a:moveTo>
                  <a:pt x="11320859" y="268405"/>
                </a:moveTo>
                <a:lnTo>
                  <a:pt x="11520000" y="268405"/>
                </a:lnTo>
                <a:lnTo>
                  <a:pt x="11520000" y="325509"/>
                </a:lnTo>
                <a:lnTo>
                  <a:pt x="11296840" y="325509"/>
                </a:lnTo>
                <a:lnTo>
                  <a:pt x="11316728" y="288869"/>
                </a:lnTo>
                <a:close/>
                <a:moveTo>
                  <a:pt x="0" y="268405"/>
                </a:moveTo>
                <a:lnTo>
                  <a:pt x="10715519" y="268405"/>
                </a:lnTo>
                <a:lnTo>
                  <a:pt x="10719650" y="288869"/>
                </a:lnTo>
                <a:lnTo>
                  <a:pt x="10739538" y="325509"/>
                </a:lnTo>
                <a:lnTo>
                  <a:pt x="0" y="325509"/>
                </a:lnTo>
                <a:close/>
                <a:moveTo>
                  <a:pt x="11342049" y="163448"/>
                </a:moveTo>
                <a:lnTo>
                  <a:pt x="11520000" y="163448"/>
                </a:lnTo>
                <a:lnTo>
                  <a:pt x="11520000" y="218165"/>
                </a:lnTo>
                <a:lnTo>
                  <a:pt x="11331002" y="218165"/>
                </a:lnTo>
                <a:close/>
                <a:moveTo>
                  <a:pt x="0" y="163448"/>
                </a:moveTo>
                <a:lnTo>
                  <a:pt x="10694329" y="163448"/>
                </a:lnTo>
                <a:lnTo>
                  <a:pt x="10705376" y="218165"/>
                </a:lnTo>
                <a:lnTo>
                  <a:pt x="0" y="218165"/>
                </a:lnTo>
                <a:close/>
                <a:moveTo>
                  <a:pt x="11296841" y="0"/>
                </a:moveTo>
                <a:lnTo>
                  <a:pt x="11520000" y="0"/>
                </a:lnTo>
                <a:lnTo>
                  <a:pt x="11520000" y="113207"/>
                </a:lnTo>
                <a:lnTo>
                  <a:pt x="11332186" y="113207"/>
                </a:lnTo>
                <a:lnTo>
                  <a:pt x="11316728" y="36639"/>
                </a:lnTo>
                <a:close/>
                <a:moveTo>
                  <a:pt x="0" y="0"/>
                </a:moveTo>
                <a:lnTo>
                  <a:pt x="10739537" y="0"/>
                </a:lnTo>
                <a:lnTo>
                  <a:pt x="10719650" y="36639"/>
                </a:lnTo>
                <a:lnTo>
                  <a:pt x="10704192" y="113207"/>
                </a:lnTo>
                <a:lnTo>
                  <a:pt x="0" y="113207"/>
                </a:lnTo>
                <a:close/>
              </a:path>
            </a:pathLst>
          </a:custGeom>
          <a:ln>
            <a:noFill/>
          </a:ln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5"/>
          <a:srcRect r="67965"/>
          <a:stretch/>
        </p:blipFill>
        <p:spPr>
          <a:xfrm>
            <a:off x="11377829" y="11519"/>
            <a:ext cx="571476" cy="566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857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90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/>
          </p:cNvPicPr>
          <p:nvPr/>
        </p:nvPicPr>
        <p:blipFill rotWithShape="1">
          <a:blip r:embed="rId3"/>
          <a:srcRect l="-1" r="156" b="79277"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2748100" y="3772292"/>
            <a:ext cx="9443900" cy="3085708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33000">
                <a:schemeClr val="bg1">
                  <a:lumMod val="95000"/>
                  <a:alpha val="67000"/>
                </a:schemeClr>
              </a:gs>
              <a:gs pos="66000">
                <a:schemeClr val="bg1">
                  <a:lumMod val="85000"/>
                  <a:alpha val="34000"/>
                </a:schemeClr>
              </a:gs>
              <a:gs pos="100000">
                <a:schemeClr val="bg1">
                  <a:lumMod val="75000"/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067" y="216174"/>
            <a:ext cx="2881494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859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79" r:id="rId1"/>
  </p:sldLayoutIdLst>
  <p:timing>
    <p:tnLst>
      <p:par>
        <p:cTn id="1" dur="indefinite" restart="never" nodeType="tmRoot"/>
      </p:par>
    </p:tnLst>
  </p:timing>
  <p:txStyles>
    <p:titleStyle>
      <a:lvl1pPr algn="l" defTabSz="91438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7" indent="-228597" algn="l" defTabSz="91438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1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6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0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7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9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6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58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52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4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9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3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6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5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/>
          </p:cNvPicPr>
          <p:nvPr userDrawn="1"/>
        </p:nvPicPr>
        <p:blipFill rotWithShape="1">
          <a:blip r:embed="rId3"/>
          <a:srcRect l="-1" r="156" b="79277"/>
          <a:stretch/>
        </p:blipFill>
        <p:spPr>
          <a:xfrm>
            <a:off x="0" y="682724"/>
            <a:ext cx="12192000" cy="1605600"/>
          </a:xfrm>
          <a:prstGeom prst="rect">
            <a:avLst/>
          </a:prstGeom>
        </p:spPr>
      </p:pic>
      <p:pic>
        <p:nvPicPr>
          <p:cNvPr id="8" name="图片 7"/>
          <p:cNvPicPr>
            <a:picLocks/>
          </p:cNvPicPr>
          <p:nvPr userDrawn="1"/>
        </p:nvPicPr>
        <p:blipFill rotWithShape="1">
          <a:blip r:embed="rId3"/>
          <a:srcRect r="117" b="79277"/>
          <a:stretch/>
        </p:blipFill>
        <p:spPr>
          <a:xfrm flipH="1">
            <a:off x="0" y="502725"/>
            <a:ext cx="12192000" cy="180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0936" y="1456441"/>
            <a:ext cx="2501064" cy="81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940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81" r:id="rId1"/>
  </p:sldLayoutIdLst>
  <p:txStyles>
    <p:titleStyle>
      <a:lvl1pPr algn="l" defTabSz="91438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7" indent="-228597" algn="l" defTabSz="91438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1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6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0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7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9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6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58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52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4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9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3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6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5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9690936" y="6040800"/>
            <a:ext cx="2501064" cy="817200"/>
          </a:xfrm>
          <a:prstGeom prst="rect">
            <a:avLst/>
          </a:prstGeom>
        </p:spPr>
      </p:pic>
      <p:pic>
        <p:nvPicPr>
          <p:cNvPr id="43" name="图片 42"/>
          <p:cNvPicPr>
            <a:picLocks/>
          </p:cNvPicPr>
          <p:nvPr/>
        </p:nvPicPr>
        <p:blipFill rotWithShape="1">
          <a:blip r:embed="rId4"/>
          <a:srcRect b="40414"/>
          <a:stretch/>
        </p:blipFill>
        <p:spPr>
          <a:xfrm>
            <a:off x="0" y="122329"/>
            <a:ext cx="12191484" cy="344488"/>
          </a:xfrm>
          <a:custGeom>
            <a:avLst/>
            <a:gdLst>
              <a:gd name="connsiteX0" fmla="*/ 11320859 w 11520000"/>
              <a:gd name="connsiteY0" fmla="*/ 268405 h 325509"/>
              <a:gd name="connsiteX1" fmla="*/ 11520000 w 11520000"/>
              <a:gd name="connsiteY1" fmla="*/ 268405 h 325509"/>
              <a:gd name="connsiteX2" fmla="*/ 11520000 w 11520000"/>
              <a:gd name="connsiteY2" fmla="*/ 325509 h 325509"/>
              <a:gd name="connsiteX3" fmla="*/ 11296840 w 11520000"/>
              <a:gd name="connsiteY3" fmla="*/ 325509 h 325509"/>
              <a:gd name="connsiteX4" fmla="*/ 11316728 w 11520000"/>
              <a:gd name="connsiteY4" fmla="*/ 288869 h 325509"/>
              <a:gd name="connsiteX5" fmla="*/ 0 w 11520000"/>
              <a:gd name="connsiteY5" fmla="*/ 268405 h 325509"/>
              <a:gd name="connsiteX6" fmla="*/ 10715519 w 11520000"/>
              <a:gd name="connsiteY6" fmla="*/ 268405 h 325509"/>
              <a:gd name="connsiteX7" fmla="*/ 10719650 w 11520000"/>
              <a:gd name="connsiteY7" fmla="*/ 288869 h 325509"/>
              <a:gd name="connsiteX8" fmla="*/ 10739538 w 11520000"/>
              <a:gd name="connsiteY8" fmla="*/ 325509 h 325509"/>
              <a:gd name="connsiteX9" fmla="*/ 0 w 11520000"/>
              <a:gd name="connsiteY9" fmla="*/ 325509 h 325509"/>
              <a:gd name="connsiteX10" fmla="*/ 11342049 w 11520000"/>
              <a:gd name="connsiteY10" fmla="*/ 163448 h 325509"/>
              <a:gd name="connsiteX11" fmla="*/ 11520000 w 11520000"/>
              <a:gd name="connsiteY11" fmla="*/ 163448 h 325509"/>
              <a:gd name="connsiteX12" fmla="*/ 11520000 w 11520000"/>
              <a:gd name="connsiteY12" fmla="*/ 218165 h 325509"/>
              <a:gd name="connsiteX13" fmla="*/ 11331002 w 11520000"/>
              <a:gd name="connsiteY13" fmla="*/ 218165 h 325509"/>
              <a:gd name="connsiteX14" fmla="*/ 0 w 11520000"/>
              <a:gd name="connsiteY14" fmla="*/ 163448 h 325509"/>
              <a:gd name="connsiteX15" fmla="*/ 10694329 w 11520000"/>
              <a:gd name="connsiteY15" fmla="*/ 163448 h 325509"/>
              <a:gd name="connsiteX16" fmla="*/ 10705376 w 11520000"/>
              <a:gd name="connsiteY16" fmla="*/ 218165 h 325509"/>
              <a:gd name="connsiteX17" fmla="*/ 0 w 11520000"/>
              <a:gd name="connsiteY17" fmla="*/ 218165 h 325509"/>
              <a:gd name="connsiteX18" fmla="*/ 11296841 w 11520000"/>
              <a:gd name="connsiteY18" fmla="*/ 0 h 325509"/>
              <a:gd name="connsiteX19" fmla="*/ 11520000 w 11520000"/>
              <a:gd name="connsiteY19" fmla="*/ 0 h 325509"/>
              <a:gd name="connsiteX20" fmla="*/ 11520000 w 11520000"/>
              <a:gd name="connsiteY20" fmla="*/ 113207 h 325509"/>
              <a:gd name="connsiteX21" fmla="*/ 11332186 w 11520000"/>
              <a:gd name="connsiteY21" fmla="*/ 113207 h 325509"/>
              <a:gd name="connsiteX22" fmla="*/ 11316728 w 11520000"/>
              <a:gd name="connsiteY22" fmla="*/ 36639 h 325509"/>
              <a:gd name="connsiteX23" fmla="*/ 0 w 11520000"/>
              <a:gd name="connsiteY23" fmla="*/ 0 h 325509"/>
              <a:gd name="connsiteX24" fmla="*/ 10739537 w 11520000"/>
              <a:gd name="connsiteY24" fmla="*/ 0 h 325509"/>
              <a:gd name="connsiteX25" fmla="*/ 10719650 w 11520000"/>
              <a:gd name="connsiteY25" fmla="*/ 36639 h 325509"/>
              <a:gd name="connsiteX26" fmla="*/ 10704192 w 11520000"/>
              <a:gd name="connsiteY26" fmla="*/ 113207 h 325509"/>
              <a:gd name="connsiteX27" fmla="*/ 0 w 11520000"/>
              <a:gd name="connsiteY27" fmla="*/ 113207 h 325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1520000" h="325509">
                <a:moveTo>
                  <a:pt x="11320859" y="268405"/>
                </a:moveTo>
                <a:lnTo>
                  <a:pt x="11520000" y="268405"/>
                </a:lnTo>
                <a:lnTo>
                  <a:pt x="11520000" y="325509"/>
                </a:lnTo>
                <a:lnTo>
                  <a:pt x="11296840" y="325509"/>
                </a:lnTo>
                <a:lnTo>
                  <a:pt x="11316728" y="288869"/>
                </a:lnTo>
                <a:close/>
                <a:moveTo>
                  <a:pt x="0" y="268405"/>
                </a:moveTo>
                <a:lnTo>
                  <a:pt x="10715519" y="268405"/>
                </a:lnTo>
                <a:lnTo>
                  <a:pt x="10719650" y="288869"/>
                </a:lnTo>
                <a:lnTo>
                  <a:pt x="10739538" y="325509"/>
                </a:lnTo>
                <a:lnTo>
                  <a:pt x="0" y="325509"/>
                </a:lnTo>
                <a:close/>
                <a:moveTo>
                  <a:pt x="11342049" y="163448"/>
                </a:moveTo>
                <a:lnTo>
                  <a:pt x="11520000" y="163448"/>
                </a:lnTo>
                <a:lnTo>
                  <a:pt x="11520000" y="218165"/>
                </a:lnTo>
                <a:lnTo>
                  <a:pt x="11331002" y="218165"/>
                </a:lnTo>
                <a:close/>
                <a:moveTo>
                  <a:pt x="0" y="163448"/>
                </a:moveTo>
                <a:lnTo>
                  <a:pt x="10694329" y="163448"/>
                </a:lnTo>
                <a:lnTo>
                  <a:pt x="10705376" y="218165"/>
                </a:lnTo>
                <a:lnTo>
                  <a:pt x="0" y="218165"/>
                </a:lnTo>
                <a:close/>
                <a:moveTo>
                  <a:pt x="11296841" y="0"/>
                </a:moveTo>
                <a:lnTo>
                  <a:pt x="11520000" y="0"/>
                </a:lnTo>
                <a:lnTo>
                  <a:pt x="11520000" y="113207"/>
                </a:lnTo>
                <a:lnTo>
                  <a:pt x="11332186" y="113207"/>
                </a:lnTo>
                <a:lnTo>
                  <a:pt x="11316728" y="36639"/>
                </a:lnTo>
                <a:close/>
                <a:moveTo>
                  <a:pt x="0" y="0"/>
                </a:moveTo>
                <a:lnTo>
                  <a:pt x="10739537" y="0"/>
                </a:lnTo>
                <a:lnTo>
                  <a:pt x="10719650" y="36639"/>
                </a:lnTo>
                <a:lnTo>
                  <a:pt x="10704192" y="113207"/>
                </a:lnTo>
                <a:lnTo>
                  <a:pt x="0" y="113207"/>
                </a:lnTo>
                <a:close/>
              </a:path>
            </a:pathLst>
          </a:custGeom>
          <a:ln>
            <a:noFill/>
          </a:ln>
        </p:spPr>
      </p:pic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5"/>
          <a:srcRect r="67965"/>
          <a:stretch/>
        </p:blipFill>
        <p:spPr>
          <a:xfrm>
            <a:off x="11383653" y="11519"/>
            <a:ext cx="571476" cy="566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867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85" r:id="rId1"/>
  </p:sldLayoutIdLst>
  <p:txStyles>
    <p:titleStyle>
      <a:lvl1pPr algn="l" defTabSz="91438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7" indent="-228597" algn="l" defTabSz="91438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1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6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0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7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9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6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58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52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4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9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3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6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5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/>
          </p:cNvPicPr>
          <p:nvPr/>
        </p:nvPicPr>
        <p:blipFill rotWithShape="1">
          <a:blip r:embed="rId3"/>
          <a:srcRect l="-1" r="156" b="79277"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2748100" y="3772292"/>
            <a:ext cx="9443900" cy="3085708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33000">
                <a:schemeClr val="bg1">
                  <a:lumMod val="95000"/>
                  <a:alpha val="67000"/>
                </a:schemeClr>
              </a:gs>
              <a:gs pos="66000">
                <a:schemeClr val="bg1">
                  <a:lumMod val="85000"/>
                  <a:alpha val="34000"/>
                </a:schemeClr>
              </a:gs>
              <a:gs pos="100000">
                <a:schemeClr val="bg1">
                  <a:lumMod val="75000"/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3608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87" r:id="rId1"/>
  </p:sldLayoutIdLst>
  <p:txStyles>
    <p:titleStyle>
      <a:lvl1pPr algn="l" defTabSz="91438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7" indent="-228597" algn="l" defTabSz="91438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1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6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0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7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9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6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58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52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4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9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3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6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5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control" Target="../activeX/activeX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8.wmf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image" Target="../media/image11.jpeg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1.bin"/><Relationship Id="rId10" Type="http://schemas.openxmlformats.org/officeDocument/2006/relationships/image" Target="../media/image14.wmf"/><Relationship Id="rId4" Type="http://schemas.openxmlformats.org/officeDocument/2006/relationships/image" Target="../media/image15.png"/><Relationship Id="rId9" Type="http://schemas.openxmlformats.org/officeDocument/2006/relationships/oleObject" Target="../embeddings/oleObject3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3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7.w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5.bin"/><Relationship Id="rId10" Type="http://schemas.openxmlformats.org/officeDocument/2006/relationships/image" Target="../media/image29.wmf"/><Relationship Id="rId4" Type="http://schemas.openxmlformats.org/officeDocument/2006/relationships/image" Target="../media/image26.wmf"/><Relationship Id="rId9" Type="http://schemas.openxmlformats.org/officeDocument/2006/relationships/oleObject" Target="../embeddings/oleObject7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13" Type="http://schemas.openxmlformats.org/officeDocument/2006/relationships/oleObject" Target="../embeddings/oleObject14.bin"/><Relationship Id="rId18" Type="http://schemas.openxmlformats.org/officeDocument/2006/relationships/oleObject" Target="../embeddings/oleObject16.bin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36.wmf"/><Relationship Id="rId17" Type="http://schemas.openxmlformats.org/officeDocument/2006/relationships/image" Target="../media/image40.e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8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33.wmf"/><Relationship Id="rId11" Type="http://schemas.openxmlformats.org/officeDocument/2006/relationships/oleObject" Target="../embeddings/oleObject13.bin"/><Relationship Id="rId5" Type="http://schemas.openxmlformats.org/officeDocument/2006/relationships/oleObject" Target="../embeddings/oleObject10.bin"/><Relationship Id="rId15" Type="http://schemas.openxmlformats.org/officeDocument/2006/relationships/oleObject" Target="../embeddings/oleObject15.bin"/><Relationship Id="rId10" Type="http://schemas.openxmlformats.org/officeDocument/2006/relationships/image" Target="../media/image35.wmf"/><Relationship Id="rId19" Type="http://schemas.openxmlformats.org/officeDocument/2006/relationships/image" Target="../media/image39.wmf"/><Relationship Id="rId4" Type="http://schemas.openxmlformats.org/officeDocument/2006/relationships/image" Target="../media/image32.wmf"/><Relationship Id="rId9" Type="http://schemas.openxmlformats.org/officeDocument/2006/relationships/oleObject" Target="../embeddings/oleObject12.bin"/><Relationship Id="rId14" Type="http://schemas.openxmlformats.org/officeDocument/2006/relationships/image" Target="../media/image37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42.wmf"/><Relationship Id="rId11" Type="http://schemas.openxmlformats.org/officeDocument/2006/relationships/image" Target="../media/image45.emf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44.wmf"/><Relationship Id="rId4" Type="http://schemas.openxmlformats.org/officeDocument/2006/relationships/image" Target="../media/image41.wmf"/><Relationship Id="rId9" Type="http://schemas.openxmlformats.org/officeDocument/2006/relationships/oleObject" Target="../embeddings/oleObject20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control" Target="../activeX/activeX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47.wmf"/><Relationship Id="rId5" Type="http://schemas.openxmlformats.org/officeDocument/2006/relationships/image" Target="../media/image46.wmf"/><Relationship Id="rId4" Type="http://schemas.openxmlformats.org/officeDocument/2006/relationships/oleObject" Target="../embeddings/oleObject21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48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50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53.emf"/><Relationship Id="rId5" Type="http://schemas.openxmlformats.org/officeDocument/2006/relationships/image" Target="../media/image52.emf"/><Relationship Id="rId4" Type="http://schemas.openxmlformats.org/officeDocument/2006/relationships/image" Target="../media/image51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jpg"/><Relationship Id="rId5" Type="http://schemas.openxmlformats.org/officeDocument/2006/relationships/slide" Target="slide19.xml"/><Relationship Id="rId4" Type="http://schemas.openxmlformats.org/officeDocument/2006/relationships/image" Target="../media/image56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control" Target="../activeX/activeX3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60.wmf"/><Relationship Id="rId4" Type="http://schemas.openxmlformats.org/officeDocument/2006/relationships/slide" Target="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as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7626" r="12398"/>
          <a:stretch/>
        </p:blipFill>
        <p:spPr>
          <a:xfrm rot="16200000">
            <a:off x="3817214" y="-1525408"/>
            <a:ext cx="4557562" cy="12192001"/>
          </a:xfrm>
          <a:prstGeom prst="rect">
            <a:avLst/>
          </a:prstGeom>
        </p:spPr>
      </p:pic>
      <p:sp>
        <p:nvSpPr>
          <p:cNvPr id="6146" name="标题 1"/>
          <p:cNvSpPr>
            <a:spLocks noGrp="1"/>
          </p:cNvSpPr>
          <p:nvPr>
            <p:ph type="ctrTitle"/>
          </p:nvPr>
        </p:nvSpPr>
        <p:spPr>
          <a:xfrm>
            <a:off x="1155024" y="2041645"/>
            <a:ext cx="9881937" cy="2387600"/>
          </a:xfrm>
        </p:spPr>
        <p:txBody>
          <a:bodyPr anchor="ctr"/>
          <a:lstStyle/>
          <a:p>
            <a:pPr eaLnBrk="1" hangingPunct="1">
              <a:lnSpc>
                <a:spcPct val="125000"/>
              </a:lnSpc>
            </a:pPr>
            <a:r>
              <a:rPr lang="zh-CN" altLang="en-US" sz="88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近 代 物 理 学 选 讲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836915" y="4475980"/>
            <a:ext cx="2518154" cy="1754187"/>
          </a:xfrm>
        </p:spPr>
        <p:txBody>
          <a:bodyPr rtlCol="0">
            <a:normAutofit/>
          </a:bodyPr>
          <a:lstStyle/>
          <a:p>
            <a:pPr algn="ctr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None/>
              <a:defRPr/>
            </a:pPr>
            <a:r>
              <a:rPr lang="zh-CN" altLang="en-US" sz="28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河北工业大学</a:t>
            </a:r>
            <a:endParaRPr lang="en-US" altLang="zh-CN" sz="2800" b="1" dirty="0" smtClean="0">
              <a:solidFill>
                <a:schemeClr val="tx1"/>
              </a:solidFill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  <a:p>
            <a:pPr algn="ctr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None/>
              <a:defRPr/>
            </a:pPr>
            <a:r>
              <a:rPr lang="zh-CN" altLang="en-US" sz="28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应用物理系</a:t>
            </a:r>
            <a:endParaRPr lang="en-US" altLang="zh-CN" sz="2800" b="1" dirty="0" smtClean="0">
              <a:solidFill>
                <a:schemeClr val="tx1"/>
              </a:solidFill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  <a:p>
            <a:pPr algn="ctr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None/>
              <a:defRPr/>
            </a:pPr>
            <a:r>
              <a:rPr lang="zh-CN" altLang="en-US" sz="28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张  辉</a:t>
            </a:r>
            <a:endParaRPr lang="en-US" altLang="zh-CN" sz="2800" b="1" dirty="0" smtClean="0">
              <a:solidFill>
                <a:schemeClr val="tx1"/>
              </a:solidFill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as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401" r="82217"/>
          <a:stretch/>
        </p:blipFill>
        <p:spPr>
          <a:xfrm rot="5400000">
            <a:off x="5850549" y="-5850556"/>
            <a:ext cx="490889" cy="121920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第六讲 玻尔氢原子理论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4025" y="1419225"/>
            <a:ext cx="3663950" cy="4919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47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8550" y="1419225"/>
            <a:ext cx="4914900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7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第六讲 玻尔氢原子理论</a:t>
            </a:r>
          </a:p>
        </p:txBody>
      </p:sp>
      <p:sp>
        <p:nvSpPr>
          <p:cNvPr id="58371" name="内容占位符 2"/>
          <p:cNvSpPr txBox="1">
            <a:spLocks/>
          </p:cNvSpPr>
          <p:nvPr/>
        </p:nvSpPr>
        <p:spPr bwMode="auto">
          <a:xfrm>
            <a:off x="1298575" y="1284288"/>
            <a:ext cx="89455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6.1 </a:t>
            </a:r>
            <a:r>
              <a:rPr lang="zh-CN" altLang="en-US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原子光谱的产生和观测</a:t>
            </a:r>
            <a:endParaRPr lang="zh-CN" altLang="en-US" b="1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646113" y="1852613"/>
            <a:ext cx="6096000" cy="1338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光谱是电磁辐射（不论在可见区或在可见区外）的波长成分和强度分布的记录；有时只是波长成分的记录。光谱是研究原子结构的重要途径之一。</a:t>
            </a:r>
          </a:p>
        </p:txBody>
      </p:sp>
      <p:pic>
        <p:nvPicPr>
          <p:cNvPr id="58373" name="图片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180"/>
          <a:stretch/>
        </p:blipFill>
        <p:spPr bwMode="auto">
          <a:xfrm>
            <a:off x="6870700" y="1919289"/>
            <a:ext cx="4762500" cy="3471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646113" y="3025775"/>
            <a:ext cx="6096000" cy="383222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光谱的观测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光谱发出的光谱线可通过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光谱仪进行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观测和记录，它既可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把射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线按不同波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长</a:t>
            </a: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λ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分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析，又可记录不同光谱线的强度。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光谱的分类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不同的光源有不同的光谱，发出机制也不尽相同，根据波长的变化情况，大致可分为三类：     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 线光谱：波长不连续变化，此种为原子光谱；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 带光谱：波长在各区域内连续变化，此为分子光谱；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 连续谱：固体的高温辐射。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第六讲 玻尔氢原子理论</a:t>
            </a:r>
          </a:p>
        </p:txBody>
      </p:sp>
      <p:sp>
        <p:nvSpPr>
          <p:cNvPr id="59395" name="内容占位符 2"/>
          <p:cNvSpPr txBox="1">
            <a:spLocks/>
          </p:cNvSpPr>
          <p:nvPr/>
        </p:nvSpPr>
        <p:spPr bwMode="auto">
          <a:xfrm>
            <a:off x="1298575" y="1284288"/>
            <a:ext cx="89455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6.1 </a:t>
            </a:r>
            <a:r>
              <a:rPr lang="zh-CN" altLang="en-US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原子光谱的产生和观测</a:t>
            </a:r>
            <a:endParaRPr lang="zh-CN" altLang="en-US" b="1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646113" y="1852613"/>
            <a:ext cx="60325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光谱仪：能将混合光按不同波长成分展开成光谱的仪器。</a:t>
            </a:r>
          </a:p>
        </p:txBody>
      </p:sp>
      <p:sp>
        <p:nvSpPr>
          <p:cNvPr id="5" name="矩形 4"/>
          <p:cNvSpPr/>
          <p:nvPr/>
        </p:nvSpPr>
        <p:spPr>
          <a:xfrm>
            <a:off x="646113" y="2532063"/>
            <a:ext cx="6032500" cy="21701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光谱分析是研究原子内部结构重要手段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之一，牛顿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早在</a:t>
            </a: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1704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年说过，若要了解物质内部情况</a:t>
            </a: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只要看其光谱就可以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了。光谱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是用光谱仪测量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的，光谱仪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的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种类繁多，基本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结构几乎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相同，大致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由光源、分光器和记录仪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组成。若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装有照相设备，则称为摄谱仪。</a:t>
            </a:r>
            <a:endParaRPr lang="en-US" altLang="zh-CN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59399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1075" y="563563"/>
            <a:ext cx="4629150" cy="4538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ontrols>
      <mc:AlternateContent xmlns:mc="http://schemas.openxmlformats.org/markup-compatibility/2006">
        <mc:Choice xmlns:v="urn:schemas-microsoft-com:vml" Requires="v">
          <p:control spid="194965" name="ShockwaveFlash1" r:id="rId2" imgW="7056360" imgH="2016000"/>
        </mc:Choice>
        <mc:Fallback>
          <p:control name="ShockwaveFlash1" r:id="rId2" imgW="7056360" imgH="2016000">
            <p:pic>
              <p:nvPicPr>
                <p:cNvPr id="8" name="ShockwaveFlash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5"/>
                <a:srcRect/>
                <a:stretch>
                  <a:fillRect/>
                </a:stretch>
              </p:blipFill>
              <p:spPr bwMode="auto">
                <a:xfrm>
                  <a:off x="386556" y="4702175"/>
                  <a:ext cx="7055643" cy="2016125"/>
                </a:xfrm>
                <a:prstGeom prst="rect">
                  <a:avLst/>
                </a:prstGeom>
                <a:noFill/>
                <a:ln w="9525"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</p:controls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第六讲 玻尔氢原子理论</a:t>
            </a:r>
          </a:p>
        </p:txBody>
      </p:sp>
      <p:sp>
        <p:nvSpPr>
          <p:cNvPr id="60419" name="内容占位符 2"/>
          <p:cNvSpPr txBox="1">
            <a:spLocks/>
          </p:cNvSpPr>
          <p:nvPr/>
        </p:nvSpPr>
        <p:spPr bwMode="auto">
          <a:xfrm>
            <a:off x="1298575" y="1284288"/>
            <a:ext cx="89455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6.2 </a:t>
            </a:r>
            <a:r>
              <a:rPr lang="zh-CN" altLang="en-US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氢原子光谱的规律</a:t>
            </a:r>
            <a:endParaRPr lang="zh-CN" altLang="en-US" b="1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646113" y="1852613"/>
            <a:ext cx="109728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不同的光源具有不同的光谱。氢原子核外只有一个电子，结构最简单，是研究其它复杂元素光谱的基础。如果用氢灯作为光源那么在光谱仪中测到的便是氢的光谱。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4713" y="2890838"/>
            <a:ext cx="5362575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4713" y="5176838"/>
            <a:ext cx="5362575" cy="101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646113" y="6270625"/>
            <a:ext cx="109728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氢光谱由许多线系组成，每一线系内光谱排列成有规则的图样，逐渐向线系短波一端线系极限靠拢。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第六讲 玻尔氢原子理论</a:t>
            </a:r>
          </a:p>
        </p:txBody>
      </p:sp>
      <p:sp>
        <p:nvSpPr>
          <p:cNvPr id="61443" name="内容占位符 2"/>
          <p:cNvSpPr txBox="1">
            <a:spLocks/>
          </p:cNvSpPr>
          <p:nvPr/>
        </p:nvSpPr>
        <p:spPr bwMode="auto">
          <a:xfrm>
            <a:off x="1298575" y="1284288"/>
            <a:ext cx="89455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6.2 </a:t>
            </a:r>
            <a:r>
              <a:rPr lang="zh-CN" altLang="en-US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氢原子光谱的规律</a:t>
            </a:r>
            <a:endParaRPr lang="zh-CN" altLang="en-US" b="1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646113" y="1685925"/>
            <a:ext cx="1097280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u"/>
            </a:pPr>
            <a:r>
              <a:rPr lang="zh-CN" altLang="en-US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巴耳末线系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8500" y="1398588"/>
            <a:ext cx="3497263" cy="665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8668543" y="2193925"/>
            <a:ext cx="2797175" cy="4531292"/>
            <a:chOff x="8548574" y="1582738"/>
            <a:chExt cx="2797402" cy="4530436"/>
          </a:xfrm>
        </p:grpSpPr>
        <p:pic>
          <p:nvPicPr>
            <p:cNvPr id="61455" name="图片 1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42350" y="1582738"/>
              <a:ext cx="2609850" cy="3424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1456" name="矩形 4"/>
            <p:cNvSpPr>
              <a:spLocks noChangeArrowheads="1"/>
            </p:cNvSpPr>
            <p:nvPr/>
          </p:nvSpPr>
          <p:spPr bwMode="auto">
            <a:xfrm>
              <a:off x="8548574" y="5051545"/>
              <a:ext cx="2797402" cy="10616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400" b="1" dirty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巴耳末（</a:t>
              </a:r>
              <a:r>
                <a:rPr lang="en-US" altLang="zh-CN" sz="1400" b="1" dirty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Johann </a:t>
              </a:r>
              <a:r>
                <a:rPr lang="en-US" altLang="zh-CN" sz="1400" b="1" dirty="0" err="1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Jakob</a:t>
              </a:r>
              <a:r>
                <a:rPr lang="en-US" altLang="zh-CN" sz="1400" b="1" dirty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1400" b="1" dirty="0" err="1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Balmer</a:t>
              </a:r>
              <a:r>
                <a:rPr lang="zh-CN" altLang="en-US" sz="1400" b="1" dirty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）</a:t>
              </a:r>
              <a:endParaRPr lang="en-US" altLang="zh-CN" sz="14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400" b="1" dirty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瑞士数学兼物理学家</a:t>
              </a:r>
              <a:endParaRPr lang="en-US" altLang="zh-CN" sz="14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b="1" dirty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1825~1898</a:t>
              </a:r>
              <a:endParaRPr lang="zh-CN" altLang="en-US" sz="14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61449" name="矩形 5"/>
          <p:cNvSpPr>
            <a:spLocks noChangeArrowheads="1"/>
          </p:cNvSpPr>
          <p:nvPr/>
        </p:nvSpPr>
        <p:spPr bwMode="auto">
          <a:xfrm>
            <a:off x="646113" y="2228850"/>
            <a:ext cx="53578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marL="0" lvl="1" eaLnBrk="1" hangingPunct="1">
              <a:spcBef>
                <a:spcPct val="20000"/>
              </a:spcBef>
              <a:buClrTx/>
              <a:buSzTx/>
              <a:buFontTx/>
              <a:buNone/>
            </a:pPr>
            <a:r>
              <a:rPr lang="zh-CN" altLang="en-US" sz="20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氢气放电管获得氢光谱在可见光范围内有四条</a:t>
            </a:r>
          </a:p>
        </p:txBody>
      </p:sp>
      <p:sp>
        <p:nvSpPr>
          <p:cNvPr id="11" name="Text Box 21"/>
          <p:cNvSpPr txBox="1">
            <a:spLocks noChangeArrowheads="1"/>
          </p:cNvSpPr>
          <p:nvPr/>
        </p:nvSpPr>
        <p:spPr bwMode="auto">
          <a:xfrm>
            <a:off x="1844675" y="2671763"/>
            <a:ext cx="3429000" cy="1322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H</a:t>
            </a:r>
            <a:r>
              <a:rPr kumimoji="1"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a</a:t>
            </a:r>
            <a:r>
              <a:rPr kumimoji="1"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 </a:t>
            </a:r>
            <a:r>
              <a:rPr kumimoji="1"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：红色   </a:t>
            </a:r>
            <a:r>
              <a:rPr kumimoji="1"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656.210nm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b="1" dirty="0" err="1">
                <a:solidFill>
                  <a:srgbClr val="00B050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H</a:t>
            </a:r>
            <a:r>
              <a:rPr kumimoji="1" lang="en-US" altLang="zh-CN" b="1" baseline="-25000" dirty="0" err="1">
                <a:solidFill>
                  <a:srgbClr val="00B050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b</a:t>
            </a:r>
            <a:r>
              <a:rPr kumimoji="1"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 </a:t>
            </a:r>
            <a:r>
              <a:rPr kumimoji="1" lang="zh-CN" altLang="en-US" b="1" dirty="0">
                <a:solidFill>
                  <a:srgbClr val="00B050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：深绿   </a:t>
            </a:r>
            <a:r>
              <a:rPr kumimoji="1"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486.074nm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b="1" dirty="0">
                <a:solidFill>
                  <a:srgbClr val="00FF00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H</a:t>
            </a:r>
            <a:r>
              <a:rPr kumimoji="1" lang="en-US" altLang="zh-CN" b="1" baseline="-25000" dirty="0">
                <a:solidFill>
                  <a:srgbClr val="00FF00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g </a:t>
            </a:r>
            <a:r>
              <a:rPr kumimoji="1" lang="zh-CN" altLang="en-US" b="1" dirty="0">
                <a:solidFill>
                  <a:srgbClr val="00FF00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：青色   </a:t>
            </a:r>
            <a:r>
              <a:rPr kumimoji="1" lang="en-US" altLang="zh-CN" b="1" dirty="0">
                <a:solidFill>
                  <a:srgbClr val="00FF00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434.010nm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b="1" dirty="0" err="1">
                <a:solidFill>
                  <a:srgbClr val="7030A0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H</a:t>
            </a:r>
            <a:r>
              <a:rPr kumimoji="1" lang="en-US" altLang="zh-CN" b="1" baseline="-25000" dirty="0" err="1">
                <a:solidFill>
                  <a:srgbClr val="7030A0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d</a:t>
            </a:r>
            <a:r>
              <a:rPr kumimoji="1" lang="en-US" altLang="zh-CN" b="1" dirty="0">
                <a:solidFill>
                  <a:srgbClr val="7030A0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 </a:t>
            </a:r>
            <a:r>
              <a:rPr kumimoji="1" lang="zh-CN" altLang="en-US" b="1" dirty="0">
                <a:solidFill>
                  <a:srgbClr val="7030A0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：紫色   </a:t>
            </a:r>
            <a:r>
              <a:rPr kumimoji="1" lang="en-US" altLang="zh-CN" b="1" dirty="0">
                <a:solidFill>
                  <a:srgbClr val="7030A0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410.120nm</a:t>
            </a: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646113" y="3924300"/>
            <a:ext cx="7858125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1885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年，瑞士数学家巴耳末把氢原子的前四条谱线归纳为巴耳末公式</a:t>
            </a:r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646113" y="5386388"/>
            <a:ext cx="785812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1896</a:t>
            </a:r>
            <a:r>
              <a:rPr lang="zh-CN" altLang="en-US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年，里德伯使用波数改写巴耳末公式</a:t>
            </a:r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0806895"/>
              </p:ext>
            </p:extLst>
          </p:nvPr>
        </p:nvGraphicFramePr>
        <p:xfrm>
          <a:off x="1298575" y="4488446"/>
          <a:ext cx="14351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82" name="Equation" r:id="rId5" imgW="1434960" imgH="711000" progId="Equation.DSMT4">
                  <p:embed/>
                </p:oleObj>
              </mc:Choice>
              <mc:Fallback>
                <p:oleObj name="Equation" r:id="rId5" imgW="1434960" imgH="711000" progId="Equation.DSMT4">
                  <p:embed/>
                  <p:pic>
                    <p:nvPicPr>
                      <p:cNvPr id="21" name="对象 2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98575" y="4488446"/>
                        <a:ext cx="14351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2955388" y="4562245"/>
            <a:ext cx="231457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i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n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=3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，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4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，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5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，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……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20" name="矩形 19"/>
          <p:cNvSpPr>
            <a:spLocks noChangeArrowheads="1"/>
          </p:cNvSpPr>
          <p:nvPr/>
        </p:nvSpPr>
        <p:spPr bwMode="auto">
          <a:xfrm>
            <a:off x="5528036" y="4589912"/>
            <a:ext cx="2314575" cy="498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i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B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=3645.6Å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7279237"/>
              </p:ext>
            </p:extLst>
          </p:nvPr>
        </p:nvGraphicFramePr>
        <p:xfrm>
          <a:off x="885825" y="5943853"/>
          <a:ext cx="22606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83" name="Equation" r:id="rId7" imgW="2260440" imgH="761760" progId="Equation.DSMT4">
                  <p:embed/>
                </p:oleObj>
              </mc:Choice>
              <mc:Fallback>
                <p:oleObj name="Equation" r:id="rId7" imgW="2260440" imgH="761760" progId="Equation.DSMT4">
                  <p:embed/>
                  <p:pic>
                    <p:nvPicPr>
                      <p:cNvPr id="18" name="对象 1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85825" y="5943853"/>
                        <a:ext cx="2260600" cy="76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3270058" y="6024293"/>
            <a:ext cx="231457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i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n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=3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，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4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，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5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，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……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0932736"/>
              </p:ext>
            </p:extLst>
          </p:nvPr>
        </p:nvGraphicFramePr>
        <p:xfrm>
          <a:off x="5632450" y="5988050"/>
          <a:ext cx="26162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84" name="Equation" r:id="rId9" imgW="2616120" imgH="672840" progId="Equation.DSMT4">
                  <p:embed/>
                </p:oleObj>
              </mc:Choice>
              <mc:Fallback>
                <p:oleObj name="Equation" r:id="rId9" imgW="2616120" imgH="672840" progId="Equation.DSMT4">
                  <p:embed/>
                  <p:pic>
                    <p:nvPicPr>
                      <p:cNvPr id="21" name="对象 2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632450" y="5988050"/>
                        <a:ext cx="26162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75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75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75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1449" grpId="0"/>
      <p:bldP spid="11" grpId="0" build="p" autoUpdateAnimBg="0"/>
      <p:bldP spid="4" grpId="0"/>
      <p:bldP spid="16" grpId="0"/>
      <p:bldP spid="19" grpId="0"/>
      <p:bldP spid="20" grpId="0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第六讲 玻尔氢原子理论</a:t>
            </a:r>
          </a:p>
        </p:txBody>
      </p:sp>
      <p:sp>
        <p:nvSpPr>
          <p:cNvPr id="62467" name="内容占位符 2"/>
          <p:cNvSpPr txBox="1">
            <a:spLocks/>
          </p:cNvSpPr>
          <p:nvPr/>
        </p:nvSpPr>
        <p:spPr bwMode="auto">
          <a:xfrm>
            <a:off x="1298575" y="1284288"/>
            <a:ext cx="89455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6.2 </a:t>
            </a:r>
            <a:r>
              <a:rPr lang="zh-CN" altLang="en-US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氢原子光谱的规律</a:t>
            </a:r>
            <a:endParaRPr lang="zh-CN" altLang="en-US" b="1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646113" y="1685925"/>
            <a:ext cx="109728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u"/>
            </a:pPr>
            <a:r>
              <a:rPr lang="zh-CN" altLang="en-US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氢原子五大光谱线系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298575" y="5561013"/>
            <a:ext cx="2973388" cy="9223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一二三四五，莱巴帕布普。</a:t>
            </a:r>
            <a:endParaRPr lang="en-US" altLang="zh-CN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紫可红红红，氢原子光谱。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3712636"/>
              </p:ext>
            </p:extLst>
          </p:nvPr>
        </p:nvGraphicFramePr>
        <p:xfrm>
          <a:off x="569913" y="2641600"/>
          <a:ext cx="4691062" cy="25177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3251">
                  <a:extLst>
                    <a:ext uri="{9D8B030D-6E8A-4147-A177-3AD203B41FA5}">
                      <a16:colId xmlns:a16="http://schemas.microsoft.com/office/drawing/2014/main" val="3679708578"/>
                    </a:ext>
                  </a:extLst>
                </a:gridCol>
                <a:gridCol w="690213">
                  <a:extLst>
                    <a:ext uri="{9D8B030D-6E8A-4147-A177-3AD203B41FA5}">
                      <a16:colId xmlns:a16="http://schemas.microsoft.com/office/drawing/2014/main" val="166361120"/>
                    </a:ext>
                  </a:extLst>
                </a:gridCol>
                <a:gridCol w="1326644">
                  <a:extLst>
                    <a:ext uri="{9D8B030D-6E8A-4147-A177-3AD203B41FA5}">
                      <a16:colId xmlns:a16="http://schemas.microsoft.com/office/drawing/2014/main" val="870068944"/>
                    </a:ext>
                  </a:extLst>
                </a:gridCol>
                <a:gridCol w="1210115">
                  <a:extLst>
                    <a:ext uri="{9D8B030D-6E8A-4147-A177-3AD203B41FA5}">
                      <a16:colId xmlns:a16="http://schemas.microsoft.com/office/drawing/2014/main" val="4099938396"/>
                    </a:ext>
                  </a:extLst>
                </a:gridCol>
                <a:gridCol w="1030839">
                  <a:extLst>
                    <a:ext uri="{9D8B030D-6E8A-4147-A177-3AD203B41FA5}">
                      <a16:colId xmlns:a16="http://schemas.microsoft.com/office/drawing/2014/main" val="2383096752"/>
                    </a:ext>
                  </a:extLst>
                </a:gridCol>
              </a:tblGrid>
              <a:tr h="419629">
                <a:tc gridSpan="5">
                  <a:txBody>
                    <a:bodyPr/>
                    <a:lstStyle/>
                    <a:p>
                      <a:pPr algn="ctr"/>
                      <a:r>
                        <a:rPr lang="zh-CN" altLang="en-US" sz="1400" b="1" dirty="0" smtClean="0">
                          <a:latin typeface="Times New Roman" panose="02020603050405020304" pitchFamily="18" charset="0"/>
                          <a:ea typeface="方正新书宋简体" panose="03000509000000000000" pitchFamily="65" charset="-122"/>
                          <a:cs typeface="Times New Roman" panose="02020603050405020304" pitchFamily="18" charset="0"/>
                        </a:rPr>
                        <a:t>氢原子光谱（可见区）的计算值和观测值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方正新书宋简体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45731" marB="457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3179062"/>
                  </a:ext>
                </a:extLst>
              </a:tr>
              <a:tr h="41962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latin typeface="Times New Roman" panose="02020603050405020304" pitchFamily="18" charset="0"/>
                          <a:ea typeface="方正新书宋简体" panose="03000509000000000000" pitchFamily="65" charset="-122"/>
                          <a:cs typeface="Times New Roman" panose="02020603050405020304" pitchFamily="18" charset="0"/>
                        </a:rPr>
                        <a:t>n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方正新书宋简体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45731" marB="457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 smtClean="0">
                          <a:latin typeface="Times New Roman" panose="02020603050405020304" pitchFamily="18" charset="0"/>
                          <a:ea typeface="方正新书宋简体" panose="03000509000000000000" pitchFamily="65" charset="-122"/>
                          <a:cs typeface="Times New Roman" panose="02020603050405020304" pitchFamily="18" charset="0"/>
                        </a:rPr>
                        <a:t>谱线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方正新书宋简体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45731" marB="457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 smtClean="0">
                          <a:latin typeface="Times New Roman" panose="02020603050405020304" pitchFamily="18" charset="0"/>
                          <a:ea typeface="方正新书宋简体" panose="03000509000000000000" pitchFamily="65" charset="-122"/>
                          <a:cs typeface="Times New Roman" panose="02020603050405020304" pitchFamily="18" charset="0"/>
                        </a:rPr>
                        <a:t>计算值（</a:t>
                      </a:r>
                      <a:r>
                        <a:rPr lang="en-US" altLang="zh-CN" sz="1400" b="1" dirty="0" smtClean="0">
                          <a:latin typeface="Times New Roman" panose="02020603050405020304" pitchFamily="18" charset="0"/>
                          <a:ea typeface="方正新书宋简体" panose="03000509000000000000" pitchFamily="65" charset="-122"/>
                          <a:cs typeface="Times New Roman" panose="02020603050405020304" pitchFamily="18" charset="0"/>
                        </a:rPr>
                        <a:t>nm</a:t>
                      </a:r>
                      <a:r>
                        <a:rPr lang="zh-CN" altLang="en-US" sz="1400" b="1" dirty="0" smtClean="0">
                          <a:latin typeface="Times New Roman" panose="02020603050405020304" pitchFamily="18" charset="0"/>
                          <a:ea typeface="方正新书宋简体" panose="03000509000000000000" pitchFamily="65" charset="-122"/>
                          <a:cs typeface="Times New Roman" panose="02020603050405020304" pitchFamily="18" charset="0"/>
                        </a:rPr>
                        <a:t>）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方正新书宋简体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45731" marB="457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 smtClean="0">
                          <a:latin typeface="Times New Roman" panose="02020603050405020304" pitchFamily="18" charset="0"/>
                          <a:ea typeface="方正新书宋简体" panose="03000509000000000000" pitchFamily="65" charset="-122"/>
                          <a:cs typeface="Times New Roman" panose="02020603050405020304" pitchFamily="18" charset="0"/>
                        </a:rPr>
                        <a:t>观测值（</a:t>
                      </a:r>
                      <a:r>
                        <a:rPr lang="en-US" altLang="zh-CN" sz="1400" b="1" dirty="0" smtClean="0">
                          <a:latin typeface="Times New Roman" panose="02020603050405020304" pitchFamily="18" charset="0"/>
                          <a:ea typeface="方正新书宋简体" panose="03000509000000000000" pitchFamily="65" charset="-122"/>
                          <a:cs typeface="Times New Roman" panose="02020603050405020304" pitchFamily="18" charset="0"/>
                        </a:rPr>
                        <a:t>nm</a:t>
                      </a:r>
                      <a:r>
                        <a:rPr lang="zh-CN" altLang="en-US" sz="1400" b="1" dirty="0" smtClean="0">
                          <a:latin typeface="Times New Roman" panose="02020603050405020304" pitchFamily="18" charset="0"/>
                          <a:ea typeface="方正新书宋简体" panose="03000509000000000000" pitchFamily="65" charset="-122"/>
                          <a:cs typeface="Times New Roman" panose="02020603050405020304" pitchFamily="18" charset="0"/>
                        </a:rPr>
                        <a:t>）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方正新书宋简体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45731" marB="457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 smtClean="0">
                          <a:latin typeface="Times New Roman" panose="02020603050405020304" pitchFamily="18" charset="0"/>
                          <a:ea typeface="方正新书宋简体" panose="03000509000000000000" pitchFamily="65" charset="-122"/>
                          <a:cs typeface="Times New Roman" panose="02020603050405020304" pitchFamily="18" charset="0"/>
                        </a:rPr>
                        <a:t>差数（</a:t>
                      </a:r>
                      <a:r>
                        <a:rPr lang="en-US" altLang="zh-CN" sz="1400" b="1" dirty="0" smtClean="0">
                          <a:latin typeface="Times New Roman" panose="02020603050405020304" pitchFamily="18" charset="0"/>
                          <a:ea typeface="方正新书宋简体" panose="03000509000000000000" pitchFamily="65" charset="-122"/>
                          <a:cs typeface="Times New Roman" panose="02020603050405020304" pitchFamily="18" charset="0"/>
                        </a:rPr>
                        <a:t>nm</a:t>
                      </a:r>
                      <a:r>
                        <a:rPr lang="zh-CN" altLang="en-US" sz="1400" b="1" dirty="0" smtClean="0">
                          <a:latin typeface="Times New Roman" panose="02020603050405020304" pitchFamily="18" charset="0"/>
                          <a:ea typeface="方正新书宋简体" panose="03000509000000000000" pitchFamily="65" charset="-122"/>
                          <a:cs typeface="Times New Roman" panose="02020603050405020304" pitchFamily="18" charset="0"/>
                        </a:rPr>
                        <a:t>）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方正新书宋简体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45731" marB="457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2633344"/>
                  </a:ext>
                </a:extLst>
              </a:tr>
              <a:tr h="41962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latin typeface="Times New Roman" panose="02020603050405020304" pitchFamily="18" charset="0"/>
                          <a:ea typeface="方正新书宋简体" panose="03000509000000000000" pitchFamily="65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方正新书宋简体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45731" marB="457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latin typeface="Times New Roman" panose="02020603050405020304" pitchFamily="18" charset="0"/>
                          <a:ea typeface="方正新书宋简体" panose="03000509000000000000" pitchFamily="65" charset="-122"/>
                          <a:cs typeface="Times New Roman" panose="02020603050405020304" pitchFamily="18" charset="0"/>
                        </a:rPr>
                        <a:t>H</a:t>
                      </a:r>
                      <a:r>
                        <a:rPr lang="en-US" altLang="zh-CN" sz="1400" b="1" baseline="-25000" dirty="0" smtClean="0">
                          <a:latin typeface="Times New Roman" panose="02020603050405020304" pitchFamily="18" charset="0"/>
                          <a:ea typeface="方正新书宋简体" panose="03000509000000000000" pitchFamily="65" charset="-122"/>
                          <a:cs typeface="Times New Roman" panose="02020603050405020304" pitchFamily="18" charset="0"/>
                        </a:rPr>
                        <a:t>α</a:t>
                      </a:r>
                      <a:endParaRPr lang="zh-CN" altLang="en-US" sz="1400" b="1" baseline="-25000" dirty="0">
                        <a:latin typeface="Times New Roman" panose="02020603050405020304" pitchFamily="18" charset="0"/>
                        <a:ea typeface="方正新书宋简体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45731" marB="457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latin typeface="Times New Roman" panose="02020603050405020304" pitchFamily="18" charset="0"/>
                          <a:ea typeface="方正新书宋简体" panose="03000509000000000000" pitchFamily="65" charset="-122"/>
                          <a:cs typeface="Times New Roman" panose="02020603050405020304" pitchFamily="18" charset="0"/>
                        </a:rPr>
                        <a:t>656.208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方正新书宋简体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45731" marB="457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latin typeface="Times New Roman" panose="02020603050405020304" pitchFamily="18" charset="0"/>
                          <a:ea typeface="方正新书宋简体" panose="03000509000000000000" pitchFamily="65" charset="-122"/>
                          <a:cs typeface="Times New Roman" panose="02020603050405020304" pitchFamily="18" charset="0"/>
                        </a:rPr>
                        <a:t>656.210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方正新书宋简体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45731" marB="457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latin typeface="Times New Roman" panose="02020603050405020304" pitchFamily="18" charset="0"/>
                          <a:ea typeface="方正新书宋简体" panose="03000509000000000000" pitchFamily="65" charset="-122"/>
                          <a:cs typeface="Times New Roman" panose="02020603050405020304" pitchFamily="18" charset="0"/>
                        </a:rPr>
                        <a:t>+0.002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方正新书宋简体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45731" marB="457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5888898"/>
                  </a:ext>
                </a:extLst>
              </a:tr>
              <a:tr h="41962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latin typeface="Times New Roman" panose="02020603050405020304" pitchFamily="18" charset="0"/>
                          <a:ea typeface="方正新书宋简体" panose="03000509000000000000" pitchFamily="65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方正新书宋简体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45731" marB="457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latin typeface="Times New Roman" panose="02020603050405020304" pitchFamily="18" charset="0"/>
                          <a:ea typeface="方正新书宋简体" panose="03000509000000000000" pitchFamily="65" charset="-122"/>
                          <a:cs typeface="Times New Roman" panose="02020603050405020304" pitchFamily="18" charset="0"/>
                        </a:rPr>
                        <a:t>H</a:t>
                      </a:r>
                      <a:r>
                        <a:rPr lang="en-US" altLang="zh-CN" sz="1400" b="1" baseline="-25000" dirty="0" smtClean="0">
                          <a:latin typeface="Times New Roman" panose="02020603050405020304" pitchFamily="18" charset="0"/>
                          <a:ea typeface="方正新书宋简体" panose="03000509000000000000" pitchFamily="65" charset="-122"/>
                          <a:cs typeface="Times New Roman" panose="02020603050405020304" pitchFamily="18" charset="0"/>
                        </a:rPr>
                        <a:t>β</a:t>
                      </a:r>
                      <a:endParaRPr lang="zh-CN" altLang="en-US" sz="1400" b="1" baseline="-25000" dirty="0">
                        <a:latin typeface="Times New Roman" panose="02020603050405020304" pitchFamily="18" charset="0"/>
                        <a:ea typeface="方正新书宋简体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45731" marB="457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latin typeface="Times New Roman" panose="02020603050405020304" pitchFamily="18" charset="0"/>
                          <a:ea typeface="方正新书宋简体" panose="03000509000000000000" pitchFamily="65" charset="-122"/>
                          <a:cs typeface="Times New Roman" panose="02020603050405020304" pitchFamily="18" charset="0"/>
                        </a:rPr>
                        <a:t>468.080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方正新书宋简体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45731" marB="457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latin typeface="Times New Roman" panose="02020603050405020304" pitchFamily="18" charset="0"/>
                          <a:ea typeface="方正新书宋简体" panose="03000509000000000000" pitchFamily="65" charset="-122"/>
                          <a:cs typeface="Times New Roman" panose="02020603050405020304" pitchFamily="18" charset="0"/>
                        </a:rPr>
                        <a:t>468.074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方正新书宋简体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45731" marB="457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latin typeface="Times New Roman" panose="02020603050405020304" pitchFamily="18" charset="0"/>
                          <a:ea typeface="方正新书宋简体" panose="03000509000000000000" pitchFamily="65" charset="-122"/>
                          <a:cs typeface="Times New Roman" panose="02020603050405020304" pitchFamily="18" charset="0"/>
                        </a:rPr>
                        <a:t>-0.006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方正新书宋简体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45731" marB="457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0057582"/>
                  </a:ext>
                </a:extLst>
              </a:tr>
              <a:tr h="41962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latin typeface="Times New Roman" panose="02020603050405020304" pitchFamily="18" charset="0"/>
                          <a:ea typeface="方正新书宋简体" panose="03000509000000000000" pitchFamily="65" charset="-122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方正新书宋简体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45731" marB="457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err="1" smtClean="0">
                          <a:latin typeface="Times New Roman" panose="02020603050405020304" pitchFamily="18" charset="0"/>
                          <a:ea typeface="方正新书宋简体" panose="03000509000000000000" pitchFamily="65" charset="-122"/>
                          <a:cs typeface="Times New Roman" panose="02020603050405020304" pitchFamily="18" charset="0"/>
                        </a:rPr>
                        <a:t>H</a:t>
                      </a:r>
                      <a:r>
                        <a:rPr lang="en-US" altLang="zh-CN" sz="1400" b="1" baseline="-25000" dirty="0" err="1" smtClean="0">
                          <a:latin typeface="Times New Roman" panose="02020603050405020304" pitchFamily="18" charset="0"/>
                          <a:ea typeface="方正新书宋简体" panose="03000509000000000000" pitchFamily="65" charset="-122"/>
                          <a:cs typeface="Times New Roman" panose="02020603050405020304" pitchFamily="18" charset="0"/>
                        </a:rPr>
                        <a:t>γ</a:t>
                      </a:r>
                      <a:endParaRPr lang="zh-CN" altLang="en-US" sz="1400" b="1" baseline="-25000" dirty="0">
                        <a:latin typeface="Times New Roman" panose="02020603050405020304" pitchFamily="18" charset="0"/>
                        <a:ea typeface="方正新书宋简体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45731" marB="457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latin typeface="Times New Roman" panose="02020603050405020304" pitchFamily="18" charset="0"/>
                          <a:ea typeface="方正新书宋简体" panose="03000509000000000000" pitchFamily="65" charset="-122"/>
                          <a:cs typeface="Times New Roman" panose="02020603050405020304" pitchFamily="18" charset="0"/>
                        </a:rPr>
                        <a:t>434.000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方正新书宋简体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45731" marB="457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latin typeface="Times New Roman" panose="02020603050405020304" pitchFamily="18" charset="0"/>
                          <a:ea typeface="方正新书宋简体" panose="03000509000000000000" pitchFamily="65" charset="-122"/>
                          <a:cs typeface="Times New Roman" panose="02020603050405020304" pitchFamily="18" charset="0"/>
                        </a:rPr>
                        <a:t>434.010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方正新书宋简体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45731" marB="457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latin typeface="Times New Roman" panose="02020603050405020304" pitchFamily="18" charset="0"/>
                          <a:ea typeface="方正新书宋简体" panose="03000509000000000000" pitchFamily="65" charset="-122"/>
                          <a:cs typeface="Times New Roman" panose="02020603050405020304" pitchFamily="18" charset="0"/>
                        </a:rPr>
                        <a:t>+0.010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方正新书宋简体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45731" marB="457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9247995"/>
                  </a:ext>
                </a:extLst>
              </a:tr>
              <a:tr h="41962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latin typeface="Times New Roman" panose="02020603050405020304" pitchFamily="18" charset="0"/>
                          <a:ea typeface="方正新书宋简体" panose="03000509000000000000" pitchFamily="65" charset="-122"/>
                          <a:cs typeface="Times New Roman" panose="02020603050405020304" pitchFamily="18" charset="0"/>
                        </a:rPr>
                        <a:t>6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方正新书宋简体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45731" marB="457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latin typeface="Times New Roman" panose="02020603050405020304" pitchFamily="18" charset="0"/>
                          <a:ea typeface="方正新书宋简体" panose="03000509000000000000" pitchFamily="65" charset="-122"/>
                          <a:cs typeface="Times New Roman" panose="02020603050405020304" pitchFamily="18" charset="0"/>
                        </a:rPr>
                        <a:t>H</a:t>
                      </a:r>
                      <a:r>
                        <a:rPr lang="zh-CN" altLang="en-US" sz="1400" b="1" baseline="-25000" dirty="0" smtClean="0">
                          <a:latin typeface="Times New Roman" panose="02020603050405020304" pitchFamily="18" charset="0"/>
                          <a:ea typeface="方正新书宋简体" panose="03000509000000000000" pitchFamily="65" charset="-122"/>
                          <a:cs typeface="Times New Roman" panose="02020603050405020304" pitchFamily="18" charset="0"/>
                        </a:rPr>
                        <a:t>σ</a:t>
                      </a:r>
                      <a:endParaRPr lang="zh-CN" altLang="en-US" sz="1400" b="1" baseline="-25000" dirty="0">
                        <a:latin typeface="Times New Roman" panose="02020603050405020304" pitchFamily="18" charset="0"/>
                        <a:ea typeface="方正新书宋简体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45731" marB="457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latin typeface="Times New Roman" panose="02020603050405020304" pitchFamily="18" charset="0"/>
                          <a:ea typeface="方正新书宋简体" panose="03000509000000000000" pitchFamily="65" charset="-122"/>
                          <a:cs typeface="Times New Roman" panose="02020603050405020304" pitchFamily="18" charset="0"/>
                        </a:rPr>
                        <a:t>410.130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方正新书宋简体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45731" marB="457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latin typeface="Times New Roman" panose="02020603050405020304" pitchFamily="18" charset="0"/>
                          <a:ea typeface="方正新书宋简体" panose="03000509000000000000" pitchFamily="65" charset="-122"/>
                          <a:cs typeface="Times New Roman" panose="02020603050405020304" pitchFamily="18" charset="0"/>
                        </a:rPr>
                        <a:t>410.120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方正新书宋简体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45731" marB="457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latin typeface="Times New Roman" panose="02020603050405020304" pitchFamily="18" charset="0"/>
                          <a:ea typeface="方正新书宋简体" panose="03000509000000000000" pitchFamily="65" charset="-122"/>
                          <a:cs typeface="Times New Roman" panose="02020603050405020304" pitchFamily="18" charset="0"/>
                        </a:rPr>
                        <a:t>-0.010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方正新书宋简体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45731" marB="457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2279161"/>
                  </a:ext>
                </a:extLst>
              </a:tr>
            </a:tbl>
          </a:graphicData>
        </a:graphic>
      </p:graphicFrame>
      <p:graphicFrame>
        <p:nvGraphicFramePr>
          <p:cNvPr id="5" name="图示 4"/>
          <p:cNvGraphicFramePr/>
          <p:nvPr>
            <p:extLst>
              <p:ext uri="{D42A27DB-BD31-4B8C-83A1-F6EECF244321}">
                <p14:modId xmlns:p14="http://schemas.microsoft.com/office/powerpoint/2010/main" val="3694620716"/>
              </p:ext>
            </p:extLst>
          </p:nvPr>
        </p:nvGraphicFramePr>
        <p:xfrm>
          <a:off x="4757487" y="1284288"/>
          <a:ext cx="7335453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  <p:bldGraphic spid="5" grpId="0">
        <p:bldAsOne/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第六讲 玻尔氢原子理论</a:t>
            </a:r>
          </a:p>
        </p:txBody>
      </p:sp>
      <p:sp>
        <p:nvSpPr>
          <p:cNvPr id="63491" name="内容占位符 2"/>
          <p:cNvSpPr txBox="1">
            <a:spLocks/>
          </p:cNvSpPr>
          <p:nvPr/>
        </p:nvSpPr>
        <p:spPr bwMode="auto">
          <a:xfrm>
            <a:off x="1298575" y="1284288"/>
            <a:ext cx="89455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6.2 </a:t>
            </a:r>
            <a:r>
              <a:rPr lang="zh-CN" altLang="en-US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氢原子光谱的规律</a:t>
            </a:r>
            <a:endParaRPr lang="zh-CN" altLang="en-US" b="1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646113" y="3622675"/>
            <a:ext cx="940435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）氢光谱中任何一条谱线的波数，都可以写成两个整数决定的函数之差。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）取</a:t>
            </a: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m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一定的值，</a:t>
            </a: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n&gt;m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，可得到同一线系中各光谱的波数值。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）改变公式中的</a:t>
            </a: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m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值，就可得到不同的线系。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056541"/>
              </p:ext>
            </p:extLst>
          </p:nvPr>
        </p:nvGraphicFramePr>
        <p:xfrm>
          <a:off x="1660525" y="1722438"/>
          <a:ext cx="24892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676" name="Equation" r:id="rId3" imgW="2489040" imgH="761760" progId="Equation.DSMT4">
                  <p:embed/>
                </p:oleObj>
              </mc:Choice>
              <mc:Fallback>
                <p:oleObj name="Equation" r:id="rId3" imgW="2489040" imgH="761760" progId="Equation.DSMT4">
                  <p:embed/>
                  <p:pic>
                    <p:nvPicPr>
                      <p:cNvPr id="21" name="对象 2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60525" y="1722438"/>
                        <a:ext cx="2489200" cy="76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4246563" y="1825908"/>
            <a:ext cx="160020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里德堡公式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7196777"/>
              </p:ext>
            </p:extLst>
          </p:nvPr>
        </p:nvGraphicFramePr>
        <p:xfrm>
          <a:off x="1673225" y="2806700"/>
          <a:ext cx="25019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677" name="Equation" r:id="rId5" imgW="2501640" imgH="685800" progId="Equation.DSMT4">
                  <p:embed/>
                </p:oleObj>
              </mc:Choice>
              <mc:Fallback>
                <p:oleObj name="Equation" r:id="rId5" imgW="2501640" imgH="685800" progId="Equation.DSMT4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73225" y="2806700"/>
                        <a:ext cx="2501900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4348163" y="2872602"/>
            <a:ext cx="1600200" cy="50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光谱项公式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646113" y="4959106"/>
            <a:ext cx="3093549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1908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年，里兹组合原则：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3447929" y="4959106"/>
            <a:ext cx="7618656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原子光谱中某两条谱线波数之和（或差）是另外一条谱线的波数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7713364"/>
              </p:ext>
            </p:extLst>
          </p:nvPr>
        </p:nvGraphicFramePr>
        <p:xfrm>
          <a:off x="1647825" y="5713657"/>
          <a:ext cx="1346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678" name="Equation" r:id="rId7" imgW="1346040" imgH="355320" progId="Equation.DSMT4">
                  <p:embed/>
                </p:oleObj>
              </mc:Choice>
              <mc:Fallback>
                <p:oleObj name="Equation" r:id="rId7" imgW="1346040" imgH="355320" progId="Equation.DSMT4">
                  <p:embed/>
                  <p:pic>
                    <p:nvPicPr>
                      <p:cNvPr id="10" name="对象 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47825" y="5713657"/>
                        <a:ext cx="13462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5323020"/>
              </p:ext>
            </p:extLst>
          </p:nvPr>
        </p:nvGraphicFramePr>
        <p:xfrm>
          <a:off x="3287713" y="5707063"/>
          <a:ext cx="13716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679" name="Equation" r:id="rId9" imgW="1371600" imgH="368280" progId="Equation.DSMT4">
                  <p:embed/>
                </p:oleObj>
              </mc:Choice>
              <mc:Fallback>
                <p:oleObj name="Equation" r:id="rId9" imgW="1371600" imgH="368280" progId="Equation.DSMT4">
                  <p:embed/>
                  <p:pic>
                    <p:nvPicPr>
                      <p:cNvPr id="14" name="对象 1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287713" y="5707063"/>
                        <a:ext cx="13716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9378389"/>
              </p:ext>
            </p:extLst>
          </p:nvPr>
        </p:nvGraphicFramePr>
        <p:xfrm>
          <a:off x="4953001" y="5662857"/>
          <a:ext cx="4876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680" name="Equation" r:id="rId11" imgW="4876560" imgH="406080" progId="Equation.DSMT4">
                  <p:embed/>
                </p:oleObj>
              </mc:Choice>
              <mc:Fallback>
                <p:oleObj name="Equation" r:id="rId11" imgW="4876560" imgH="406080" progId="Equation.DSMT4">
                  <p:embed/>
                  <p:pic>
                    <p:nvPicPr>
                      <p:cNvPr id="14" name="对象 1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953001" y="5662857"/>
                        <a:ext cx="48768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第六讲 玻尔氢原子理论</a:t>
            </a:r>
          </a:p>
        </p:txBody>
      </p:sp>
      <p:sp>
        <p:nvSpPr>
          <p:cNvPr id="64515" name="内容占位符 2"/>
          <p:cNvSpPr txBox="1">
            <a:spLocks/>
          </p:cNvSpPr>
          <p:nvPr/>
        </p:nvSpPr>
        <p:spPr bwMode="auto">
          <a:xfrm>
            <a:off x="1298575" y="1284288"/>
            <a:ext cx="89455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6.3 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玻尔氢原子理论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grpSp>
        <p:nvGrpSpPr>
          <p:cNvPr id="8" name="组合 7"/>
          <p:cNvGrpSpPr>
            <a:grpSpLocks/>
          </p:cNvGrpSpPr>
          <p:nvPr/>
        </p:nvGrpSpPr>
        <p:grpSpPr bwMode="auto">
          <a:xfrm>
            <a:off x="9274568" y="1641475"/>
            <a:ext cx="2512227" cy="4069700"/>
            <a:chOff x="8143218" y="583689"/>
            <a:chExt cx="3414731" cy="5531447"/>
          </a:xfrm>
        </p:grpSpPr>
        <p:pic>
          <p:nvPicPr>
            <p:cNvPr id="64518" name="图片 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20364" y="583689"/>
              <a:ext cx="3260437" cy="46111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4519" name="矩形 4"/>
            <p:cNvSpPr>
              <a:spLocks noChangeArrowheads="1"/>
            </p:cNvSpPr>
            <p:nvPr/>
          </p:nvSpPr>
          <p:spPr bwMode="auto">
            <a:xfrm>
              <a:off x="8143218" y="5236657"/>
              <a:ext cx="3414731" cy="8784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Niels Henrik David Bohr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1885—1962</a:t>
              </a:r>
              <a:endParaRPr lang="zh-CN" altLang="en-US" sz="1800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576262" y="1852613"/>
            <a:ext cx="8561388" cy="4662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为了解释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氢原子光谱的实验事实，玻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尔于</a:t>
            </a: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1913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年提出了他的三条基本假设：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定态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假设：电子绕核作圆周运动时，只在某些特定的轨道上运动，在这些轨道上运动时，虽然有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加速度，但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不向外辐射能量，每一个轨道对应一个定态，而每一个定态都与一定的能量相对应；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频率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条件：电子并不永远处于一个轨道上，当它吸收或放出能量时，会在不同轨道间发生跃迁，跃迁前后的能量差满足频率法则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：</a:t>
            </a:r>
            <a:r>
              <a:rPr lang="en-US" altLang="zh-CN" sz="2400" b="1" i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h</a:t>
            </a:r>
            <a:r>
              <a:rPr lang="el-GR" altLang="zh-CN" sz="2400" b="1" i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ν</a:t>
            </a:r>
            <a:r>
              <a:rPr lang="en-US" altLang="zh-CN" sz="24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=</a:t>
            </a:r>
            <a:r>
              <a:rPr lang="en-US" altLang="zh-CN" sz="2400" b="1" i="1" dirty="0" err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E</a:t>
            </a:r>
            <a:r>
              <a:rPr lang="en-US" altLang="zh-CN" sz="2400" b="1" i="1" baseline="-25000" dirty="0" err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n</a:t>
            </a:r>
            <a:r>
              <a:rPr lang="en-US" altLang="zh-CN" sz="2400" b="1" dirty="0" err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-</a:t>
            </a:r>
            <a:r>
              <a:rPr lang="en-US" altLang="zh-CN" sz="2400" b="1" i="1" dirty="0" err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E</a:t>
            </a:r>
            <a:r>
              <a:rPr lang="en-US" altLang="zh-CN" sz="2400" b="1" i="1" baseline="-25000" dirty="0" err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m</a:t>
            </a:r>
            <a:endParaRPr lang="zh-CN" altLang="en-US" sz="2400" b="1" i="1" baseline="-25000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角动量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量子化假设：电子处于上述定态时</a:t>
            </a: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角动量</a:t>
            </a:r>
            <a:r>
              <a:rPr lang="en-US" altLang="zh-CN" sz="2400" b="1" i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L</a:t>
            </a:r>
            <a:r>
              <a:rPr lang="en-US" altLang="zh-CN" sz="24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=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m</a:t>
            </a:r>
            <a:r>
              <a:rPr lang="en-US" altLang="zh-CN" sz="2400" b="1" dirty="0" err="1">
                <a:latin typeface="HGB2X_CNKI" panose="02000500000000000000" pitchFamily="2" charset="-122"/>
                <a:ea typeface="HGB2X_CNKI" panose="02000500000000000000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r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是量子化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的。即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altLang="zh-CN" sz="2400" b="1" i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                                                      L</a:t>
            </a:r>
            <a:r>
              <a:rPr lang="en-US" altLang="zh-CN" sz="24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=</a:t>
            </a:r>
            <a:r>
              <a:rPr lang="en-US" altLang="zh-CN" sz="2400" b="1" i="1" dirty="0" err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m</a:t>
            </a:r>
            <a:r>
              <a:rPr lang="en-US" altLang="zh-CN" sz="2400" b="1" dirty="0" err="1" smtClean="0">
                <a:latin typeface="HGB2X_CNKI" panose="02000500000000000000" pitchFamily="2" charset="-122"/>
                <a:ea typeface="HGB2X_CNKI" panose="02000500000000000000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sz="2400" b="1" i="1" dirty="0" err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r</a:t>
            </a:r>
            <a:r>
              <a:rPr lang="en-US" altLang="zh-CN" sz="24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=</a:t>
            </a:r>
            <a:r>
              <a:rPr lang="en-US" altLang="zh-CN" sz="2400" b="1" i="1" dirty="0" err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nħ</a:t>
            </a:r>
            <a:endParaRPr lang="en-US" altLang="zh-CN" sz="2400" b="1" i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根据上述三条基本假设，玻尔建立了他的原子模型，并成功地解释了氢光谱的实验事实。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第六讲 玻尔氢原子理论</a:t>
            </a:r>
          </a:p>
        </p:txBody>
      </p:sp>
      <p:sp>
        <p:nvSpPr>
          <p:cNvPr id="65539" name="内容占位符 2"/>
          <p:cNvSpPr txBox="1">
            <a:spLocks/>
          </p:cNvSpPr>
          <p:nvPr/>
        </p:nvSpPr>
        <p:spPr bwMode="auto">
          <a:xfrm>
            <a:off x="1298575" y="1284288"/>
            <a:ext cx="301434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6.3 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玻尔氢原子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理论</a:t>
            </a:r>
            <a:endParaRPr lang="zh-CN" altLang="en-US" b="1" i="1" dirty="0">
              <a:latin typeface="Book Antiqua" panose="0204060205030503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65540" name="矩形 9"/>
          <p:cNvSpPr>
            <a:spLocks noChangeArrowheads="1"/>
          </p:cNvSpPr>
          <p:nvPr/>
        </p:nvSpPr>
        <p:spPr bwMode="auto">
          <a:xfrm>
            <a:off x="646113" y="1722438"/>
            <a:ext cx="2448022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u"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氢原子的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半径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4" name="Rectangle 37"/>
          <p:cNvSpPr>
            <a:spLocks noChangeArrowheads="1"/>
          </p:cNvSpPr>
          <p:nvPr/>
        </p:nvSpPr>
        <p:spPr bwMode="auto">
          <a:xfrm>
            <a:off x="646112" y="2191049"/>
            <a:ext cx="2448023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由牛顿第二定律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：</a:t>
            </a:r>
            <a:endParaRPr kumimoji="1" lang="en-US" altLang="zh-CN" b="1" dirty="0" smtClean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None/>
            </a:pPr>
            <a:r>
              <a:rPr kumimoji="1" lang="zh-CN" altLang="en-US" sz="16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（向心力</a:t>
            </a:r>
            <a:r>
              <a:rPr kumimoji="1" lang="en-US" altLang="zh-CN" sz="16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=</a:t>
            </a:r>
            <a:r>
              <a:rPr kumimoji="1" lang="zh-CN" altLang="en-US" sz="16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库伦</a:t>
            </a:r>
            <a:r>
              <a:rPr kumimoji="1" lang="zh-CN" altLang="en-US" sz="16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吸引力）</a:t>
            </a:r>
            <a:endParaRPr kumimoji="1" lang="zh-CN" altLang="en-US" sz="1600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4" name="右箭头 3"/>
          <p:cNvSpPr/>
          <p:nvPr/>
        </p:nvSpPr>
        <p:spPr>
          <a:xfrm>
            <a:off x="5013325" y="2513013"/>
            <a:ext cx="690563" cy="2508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6" name="Rectangle 37"/>
          <p:cNvSpPr>
            <a:spLocks noChangeArrowheads="1"/>
          </p:cNvSpPr>
          <p:nvPr/>
        </p:nvSpPr>
        <p:spPr bwMode="auto">
          <a:xfrm>
            <a:off x="646112" y="3326606"/>
            <a:ext cx="2233912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带入量子化条件：</a:t>
            </a:r>
          </a:p>
        </p:txBody>
      </p:sp>
      <p:sp>
        <p:nvSpPr>
          <p:cNvPr id="20" name="右箭头 19"/>
          <p:cNvSpPr/>
          <p:nvPr/>
        </p:nvSpPr>
        <p:spPr>
          <a:xfrm>
            <a:off x="5013323" y="3478192"/>
            <a:ext cx="690563" cy="2508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087836"/>
              </p:ext>
            </p:extLst>
          </p:nvPr>
        </p:nvGraphicFramePr>
        <p:xfrm>
          <a:off x="846354" y="4188959"/>
          <a:ext cx="1841500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7951" name="Equation" r:id="rId3" imgW="1841400" imgH="1625400" progId="Equation.DSMT4">
                  <p:embed/>
                </p:oleObj>
              </mc:Choice>
              <mc:Fallback>
                <p:oleObj name="Equation" r:id="rId3" imgW="1841400" imgH="1625400" progId="Equation.DSMT4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46354" y="4188959"/>
                        <a:ext cx="1841500" cy="162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2264860"/>
              </p:ext>
            </p:extLst>
          </p:nvPr>
        </p:nvGraphicFramePr>
        <p:xfrm>
          <a:off x="3084465" y="2255811"/>
          <a:ext cx="16002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7952" name="Equation" r:id="rId5" imgW="1600200" imgH="774360" progId="Equation.DSMT4">
                  <p:embed/>
                </p:oleObj>
              </mc:Choice>
              <mc:Fallback>
                <p:oleObj name="Equation" r:id="rId5" imgW="1600200" imgH="774360" progId="Equation.DSMT4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84465" y="2255811"/>
                        <a:ext cx="16002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5811395"/>
              </p:ext>
            </p:extLst>
          </p:nvPr>
        </p:nvGraphicFramePr>
        <p:xfrm>
          <a:off x="6035628" y="2235200"/>
          <a:ext cx="14986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7953" name="Equation" r:id="rId7" imgW="1498320" imgH="774360" progId="Equation.DSMT4">
                  <p:embed/>
                </p:oleObj>
              </mc:Choice>
              <mc:Fallback>
                <p:oleObj name="Equation" r:id="rId7" imgW="1498320" imgH="774360" progId="Equation.DSMT4">
                  <p:embed/>
                  <p:pic>
                    <p:nvPicPr>
                      <p:cNvPr id="22" name="对象 2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035628" y="2235200"/>
                        <a:ext cx="14986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5291838"/>
              </p:ext>
            </p:extLst>
          </p:nvPr>
        </p:nvGraphicFramePr>
        <p:xfrm>
          <a:off x="2976561" y="3478192"/>
          <a:ext cx="15875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7954" name="Equation" r:id="rId9" imgW="1587240" imgH="266400" progId="Equation.DSMT4">
                  <p:embed/>
                </p:oleObj>
              </mc:Choice>
              <mc:Fallback>
                <p:oleObj name="Equation" r:id="rId9" imgW="1587240" imgH="266400" progId="Equation.DSMT4">
                  <p:embed/>
                  <p:pic>
                    <p:nvPicPr>
                      <p:cNvPr id="22" name="对象 2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976561" y="3478192"/>
                        <a:ext cx="15875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7269215"/>
              </p:ext>
            </p:extLst>
          </p:nvPr>
        </p:nvGraphicFramePr>
        <p:xfrm>
          <a:off x="6262688" y="3194050"/>
          <a:ext cx="9779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7955" name="Equation" r:id="rId11" imgW="977760" imgH="685800" progId="Equation.DSMT4">
                  <p:embed/>
                </p:oleObj>
              </mc:Choice>
              <mc:Fallback>
                <p:oleObj name="Equation" r:id="rId11" imgW="977760" imgH="685800" progId="Equation.DSMT4">
                  <p:embed/>
                  <p:pic>
                    <p:nvPicPr>
                      <p:cNvPr id="22" name="对象 2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262688" y="3194050"/>
                        <a:ext cx="977900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37"/>
          <p:cNvSpPr>
            <a:spLocks noChangeArrowheads="1"/>
          </p:cNvSpPr>
          <p:nvPr/>
        </p:nvSpPr>
        <p:spPr bwMode="auto">
          <a:xfrm>
            <a:off x="2819025" y="4723979"/>
            <a:ext cx="842944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引入</a:t>
            </a:r>
            <a:endParaRPr kumimoji="1"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7583319"/>
              </p:ext>
            </p:extLst>
          </p:nvPr>
        </p:nvGraphicFramePr>
        <p:xfrm>
          <a:off x="3793140" y="4188179"/>
          <a:ext cx="3835400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7956" name="Equation" r:id="rId13" imgW="3835080" imgH="1625400" progId="Equation.DSMT4">
                  <p:embed/>
                </p:oleObj>
              </mc:Choice>
              <mc:Fallback>
                <p:oleObj name="Equation" r:id="rId13" imgW="3835080" imgH="1625400" progId="Equation.DSMT4">
                  <p:embed/>
                  <p:pic>
                    <p:nvPicPr>
                      <p:cNvPr id="23" name="对象 22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793140" y="4188179"/>
                        <a:ext cx="3835400" cy="162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324783"/>
              </p:ext>
            </p:extLst>
          </p:nvPr>
        </p:nvGraphicFramePr>
        <p:xfrm>
          <a:off x="8581445" y="4251678"/>
          <a:ext cx="1282700" cy="149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7957" name="Equation" r:id="rId15" imgW="1282680" imgH="1498320" progId="Equation.DSMT4">
                  <p:embed/>
                </p:oleObj>
              </mc:Choice>
              <mc:Fallback>
                <p:oleObj name="Equation" r:id="rId15" imgW="1282680" imgH="1498320" progId="Equation.DSMT4">
                  <p:embed/>
                  <p:pic>
                    <p:nvPicPr>
                      <p:cNvPr id="17" name="对象 16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581445" y="4251678"/>
                        <a:ext cx="1282700" cy="149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右箭头 27"/>
          <p:cNvSpPr/>
          <p:nvPr/>
        </p:nvSpPr>
        <p:spPr>
          <a:xfrm>
            <a:off x="7759711" y="4875566"/>
            <a:ext cx="690563" cy="2508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29" name="Rectangle 37"/>
          <p:cNvSpPr>
            <a:spLocks noChangeArrowheads="1"/>
          </p:cNvSpPr>
          <p:nvPr/>
        </p:nvSpPr>
        <p:spPr bwMode="auto">
          <a:xfrm>
            <a:off x="4022473" y="6127702"/>
            <a:ext cx="5119687" cy="50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α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：精细结构常数；</a:t>
            </a:r>
            <a:r>
              <a:rPr kumimoji="1" lang="en-US" altLang="zh-CN" b="1" dirty="0" smtClean="0">
                <a:latin typeface="HGH2X_CNKI" panose="02000500000000000000" pitchFamily="2" charset="-122"/>
                <a:ea typeface="HGH2X_CNKI" panose="02000500000000000000" pitchFamily="2" charset="-122"/>
                <a:cs typeface="Times New Roman" panose="02020603050405020304" pitchFamily="18" charset="0"/>
              </a:rPr>
              <a:t>a</a:t>
            </a:r>
            <a:r>
              <a:rPr kumimoji="1" lang="en-US" altLang="zh-CN" b="1" baseline="-25000" dirty="0" smtClean="0">
                <a:latin typeface="HGH2X_CNKI" panose="02000500000000000000" pitchFamily="2" charset="-122"/>
                <a:ea typeface="HGH2X_CNKI" panose="02000500000000000000" pitchFamily="2" charset="-122"/>
                <a:cs typeface="Times New Roman" panose="02020603050405020304" pitchFamily="18" charset="0"/>
              </a:rPr>
              <a:t>0</a:t>
            </a:r>
            <a:r>
              <a:rPr kumimoji="1" lang="zh-CN" altLang="en-US" b="1" dirty="0" smtClean="0">
                <a:latin typeface="方正新书宋简体" panose="03000509000000000000" pitchFamily="65" charset="-122"/>
                <a:ea typeface="方正新书宋简体" panose="03000509000000000000" pitchFamily="65" charset="-122"/>
                <a:cs typeface="Times New Roman" panose="02020603050405020304" pitchFamily="18" charset="0"/>
              </a:rPr>
              <a:t>：波尔半径</a:t>
            </a:r>
            <a:endParaRPr kumimoji="1" lang="zh-CN" altLang="en-US" b="1" dirty="0">
              <a:latin typeface="方正新书宋简体" panose="03000509000000000000" pitchFamily="65" charset="-122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834771" y="879512"/>
            <a:ext cx="2482850" cy="2940050"/>
          </a:xfrm>
          <a:prstGeom prst="rect">
            <a:avLst/>
          </a:prstGeom>
        </p:spPr>
      </p:pic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7866365"/>
              </p:ext>
            </p:extLst>
          </p:nvPr>
        </p:nvGraphicFramePr>
        <p:xfrm>
          <a:off x="10817048" y="4423128"/>
          <a:ext cx="1193800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7958" name="Equation" r:id="rId18" imgW="1193760" imgH="1155600" progId="Equation.DSMT4">
                  <p:embed/>
                </p:oleObj>
              </mc:Choice>
              <mc:Fallback>
                <p:oleObj name="Equation" r:id="rId18" imgW="1193760" imgH="1155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0817048" y="4423128"/>
                        <a:ext cx="1193800" cy="1155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右箭头 20"/>
          <p:cNvSpPr/>
          <p:nvPr/>
        </p:nvSpPr>
        <p:spPr>
          <a:xfrm>
            <a:off x="9995316" y="4875566"/>
            <a:ext cx="690563" cy="2508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4" grpId="0" animBg="1"/>
      <p:bldP spid="16" grpId="0"/>
      <p:bldP spid="20" grpId="0" animBg="1"/>
      <p:bldP spid="19" grpId="0"/>
      <p:bldP spid="28" grpId="0" animBg="1"/>
      <p:bldP spid="29" grpId="0"/>
      <p:bldP spid="2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方正新书宋简体" panose="03000509000000000000" pitchFamily="65" charset="-122"/>
                <a:ea typeface="方正新书宋简体" panose="03000509000000000000" pitchFamily="65" charset="-122"/>
              </a:rPr>
              <a:t>第六讲 玻尔氢原子理论</a:t>
            </a:r>
          </a:p>
        </p:txBody>
      </p:sp>
      <p:sp>
        <p:nvSpPr>
          <p:cNvPr id="66563" name="内容占位符 2"/>
          <p:cNvSpPr txBox="1">
            <a:spLocks/>
          </p:cNvSpPr>
          <p:nvPr/>
        </p:nvSpPr>
        <p:spPr bwMode="auto">
          <a:xfrm>
            <a:off x="1298575" y="1284288"/>
            <a:ext cx="89455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latin typeface="方正新书宋简体" panose="03000509000000000000" pitchFamily="65" charset="-122"/>
                <a:ea typeface="方正新书宋简体" panose="03000509000000000000" pitchFamily="65" charset="-122"/>
              </a:rPr>
              <a:t>6.3 </a:t>
            </a:r>
            <a:r>
              <a:rPr lang="zh-CN" altLang="en-US" b="1">
                <a:latin typeface="方正新书宋简体" panose="03000509000000000000" pitchFamily="65" charset="-122"/>
                <a:ea typeface="方正新书宋简体" panose="03000509000000000000" pitchFamily="65" charset="-122"/>
              </a:rPr>
              <a:t>玻尔氢原子理论</a:t>
            </a:r>
            <a:endParaRPr lang="zh-CN" altLang="en-US" b="1">
              <a:latin typeface="方正新书宋简体" panose="03000509000000000000" pitchFamily="65" charset="-122"/>
              <a:ea typeface="方正新书宋简体" panose="03000509000000000000" pitchFamily="65" charset="-122"/>
              <a:hlinkClick r:id="" action="ppaction://noaction"/>
            </a:endParaRPr>
          </a:p>
        </p:txBody>
      </p:sp>
      <p:sp>
        <p:nvSpPr>
          <p:cNvPr id="66564" name="矩形 9"/>
          <p:cNvSpPr>
            <a:spLocks noChangeArrowheads="1"/>
          </p:cNvSpPr>
          <p:nvPr/>
        </p:nvSpPr>
        <p:spPr bwMode="auto">
          <a:xfrm>
            <a:off x="646113" y="1722438"/>
            <a:ext cx="8685212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u"/>
            </a:pPr>
            <a:r>
              <a:rPr lang="zh-CN" altLang="en-US" b="1">
                <a:latin typeface="方正新书宋简体" panose="03000509000000000000" pitchFamily="65" charset="-122"/>
                <a:ea typeface="方正新书宋简体" panose="03000509000000000000" pitchFamily="65" charset="-122"/>
              </a:rPr>
              <a:t>氢原子的能级</a:t>
            </a: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3388658"/>
              </p:ext>
            </p:extLst>
          </p:nvPr>
        </p:nvGraphicFramePr>
        <p:xfrm>
          <a:off x="683774" y="2160588"/>
          <a:ext cx="6921500" cy="184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274" name="Equation" r:id="rId3" imgW="6921360" imgH="1841400" progId="Equation.DSMT4">
                  <p:embed/>
                </p:oleObj>
              </mc:Choice>
              <mc:Fallback>
                <p:oleObj name="Equation" r:id="rId3" imgW="6921360" imgH="1841400" progId="Equation.DSMT4">
                  <p:embed/>
                  <p:pic>
                    <p:nvPicPr>
                      <p:cNvPr id="23" name="对象 2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3774" y="2160588"/>
                        <a:ext cx="6921500" cy="1841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0360438"/>
              </p:ext>
            </p:extLst>
          </p:nvPr>
        </p:nvGraphicFramePr>
        <p:xfrm>
          <a:off x="683774" y="4246562"/>
          <a:ext cx="36576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275" name="Equation" r:id="rId5" imgW="3657600" imgH="888840" progId="Equation.DSMT4">
                  <p:embed/>
                </p:oleObj>
              </mc:Choice>
              <mc:Fallback>
                <p:oleObj name="Equation" r:id="rId5" imgW="3657600" imgH="888840" progId="Equation.DSMT4">
                  <p:embed/>
                  <p:pic>
                    <p:nvPicPr>
                      <p:cNvPr id="13" name="对象 1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83774" y="4246562"/>
                        <a:ext cx="36576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0046137"/>
              </p:ext>
            </p:extLst>
          </p:nvPr>
        </p:nvGraphicFramePr>
        <p:xfrm>
          <a:off x="4874199" y="4272945"/>
          <a:ext cx="1879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276" name="Equation" r:id="rId7" imgW="1879560" imgH="736560" progId="Equation.DSMT4">
                  <p:embed/>
                </p:oleObj>
              </mc:Choice>
              <mc:Fallback>
                <p:oleObj name="Equation" r:id="rId7" imgW="1879560" imgH="736560" progId="Equation.DSMT4">
                  <p:embed/>
                  <p:pic>
                    <p:nvPicPr>
                      <p:cNvPr id="13" name="对象 1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874199" y="4272945"/>
                        <a:ext cx="18796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4144973"/>
              </p:ext>
            </p:extLst>
          </p:nvPr>
        </p:nvGraphicFramePr>
        <p:xfrm>
          <a:off x="7286625" y="3606195"/>
          <a:ext cx="2044700" cy="207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277" name="Equation" r:id="rId9" imgW="2044440" imgH="2070000" progId="Equation.DSMT4">
                  <p:embed/>
                </p:oleObj>
              </mc:Choice>
              <mc:Fallback>
                <p:oleObj name="Equation" r:id="rId9" imgW="2044440" imgH="2070000" progId="Equation.DSMT4">
                  <p:embed/>
                  <p:pic>
                    <p:nvPicPr>
                      <p:cNvPr id="27" name="对象 2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286625" y="3606195"/>
                        <a:ext cx="2044700" cy="207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37"/>
          <p:cNvSpPr>
            <a:spLocks noChangeArrowheads="1"/>
          </p:cNvSpPr>
          <p:nvPr/>
        </p:nvSpPr>
        <p:spPr bwMode="auto">
          <a:xfrm>
            <a:off x="7895771" y="5783908"/>
            <a:ext cx="3950267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α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：精细结构常数；</a:t>
            </a:r>
            <a:r>
              <a:rPr kumimoji="1" lang="en-US" altLang="zh-CN" b="1" dirty="0" smtClean="0">
                <a:latin typeface="HGH2X_CNKI" panose="02000500000000000000" pitchFamily="2" charset="-122"/>
                <a:ea typeface="HGH2X_CNKI" panose="02000500000000000000" pitchFamily="2" charset="-122"/>
                <a:cs typeface="Times New Roman" panose="02020603050405020304" pitchFamily="18" charset="0"/>
              </a:rPr>
              <a:t>a</a:t>
            </a:r>
            <a:r>
              <a:rPr kumimoji="1" lang="en-US" altLang="zh-CN" b="1" baseline="-25000" dirty="0" smtClean="0">
                <a:latin typeface="HGH2X_CNKI" panose="02000500000000000000" pitchFamily="2" charset="-122"/>
                <a:ea typeface="HGH2X_CNKI" panose="02000500000000000000" pitchFamily="2" charset="-122"/>
                <a:cs typeface="Times New Roman" panose="02020603050405020304" pitchFamily="18" charset="0"/>
              </a:rPr>
              <a:t>0</a:t>
            </a:r>
            <a:r>
              <a:rPr kumimoji="1" lang="zh-CN" altLang="en-US" b="1" dirty="0" smtClean="0">
                <a:latin typeface="方正新书宋简体" panose="03000509000000000000" pitchFamily="65" charset="-122"/>
                <a:ea typeface="方正新书宋简体" panose="03000509000000000000" pitchFamily="65" charset="-122"/>
                <a:cs typeface="Times New Roman" panose="02020603050405020304" pitchFamily="18" charset="0"/>
              </a:rPr>
              <a:t>：波尔半径</a:t>
            </a:r>
            <a:endParaRPr kumimoji="1" lang="zh-CN" altLang="en-US" b="1" dirty="0">
              <a:latin typeface="方正新书宋简体" panose="03000509000000000000" pitchFamily="65" charset="-122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57231" y="558532"/>
            <a:ext cx="2482850" cy="29400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第六讲 玻尔氢原子理论</a:t>
            </a:r>
          </a:p>
        </p:txBody>
      </p:sp>
      <p:sp>
        <p:nvSpPr>
          <p:cNvPr id="67587" name="内容占位符 2"/>
          <p:cNvSpPr txBox="1">
            <a:spLocks/>
          </p:cNvSpPr>
          <p:nvPr/>
        </p:nvSpPr>
        <p:spPr bwMode="auto">
          <a:xfrm>
            <a:off x="1298575" y="1284288"/>
            <a:ext cx="89455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6.3 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玻尔氢原子理论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67588" name="矩形 9"/>
          <p:cNvSpPr>
            <a:spLocks noChangeArrowheads="1"/>
          </p:cNvSpPr>
          <p:nvPr/>
        </p:nvSpPr>
        <p:spPr bwMode="auto">
          <a:xfrm>
            <a:off x="646113" y="1722438"/>
            <a:ext cx="8685212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u"/>
            </a:pPr>
            <a:r>
              <a:rPr lang="zh-CN" altLang="en-US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氢原子的能级和轨道</a:t>
            </a:r>
          </a:p>
        </p:txBody>
      </p:sp>
      <p:sp>
        <p:nvSpPr>
          <p:cNvPr id="67593" name="矩形 6"/>
          <p:cNvSpPr>
            <a:spLocks noChangeArrowheads="1"/>
          </p:cNvSpPr>
          <p:nvPr/>
        </p:nvSpPr>
        <p:spPr bwMode="auto">
          <a:xfrm>
            <a:off x="804863" y="6070600"/>
            <a:ext cx="50879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即轨道半径是量子化的，能量是量子化的。</a:t>
            </a:r>
            <a:endParaRPr lang="en-US" altLang="zh-CN" b="1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8868579"/>
              </p:ext>
            </p:extLst>
          </p:nvPr>
        </p:nvGraphicFramePr>
        <p:xfrm>
          <a:off x="1084263" y="2847975"/>
          <a:ext cx="2044700" cy="207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460" name="Equation" r:id="rId4" imgW="2044440" imgH="2070000" progId="Equation.DSMT4">
                  <p:embed/>
                </p:oleObj>
              </mc:Choice>
              <mc:Fallback>
                <p:oleObj name="Equation" r:id="rId4" imgW="2044440" imgH="2070000" progId="Equation.DSMT4">
                  <p:embed/>
                  <p:pic>
                    <p:nvPicPr>
                      <p:cNvPr id="16" name="对象 1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84263" y="2847975"/>
                        <a:ext cx="2044700" cy="207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ontrols>
      <mc:AlternateContent xmlns:mc="http://schemas.openxmlformats.org/markup-compatibility/2006">
        <mc:Choice xmlns:v="urn:schemas-microsoft-com:vml" Requires="v">
          <p:control spid="201461" name="ShockwaveFlash1" r:id="rId2" imgW="7085160" imgH="4191120"/>
        </mc:Choice>
        <mc:Fallback>
          <p:control name="ShockwaveFlash1" r:id="rId2" imgW="7085160" imgH="4191120">
            <p:pic>
              <p:nvPicPr>
                <p:cNvPr id="10" name="ShockwaveFlash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6"/>
                <a:srcRect/>
                <a:stretch>
                  <a:fillRect/>
                </a:stretch>
              </p:blipFill>
              <p:spPr bwMode="auto">
                <a:xfrm>
                  <a:off x="4230955" y="1722438"/>
                  <a:ext cx="7085013" cy="4191000"/>
                </a:xfrm>
                <a:prstGeom prst="rect">
                  <a:avLst/>
                </a:prstGeom>
                <a:noFill/>
                <a:ln w="9525"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</p:controls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第六讲 玻尔氢原子理论</a:t>
            </a:r>
          </a:p>
        </p:txBody>
      </p:sp>
      <p:sp>
        <p:nvSpPr>
          <p:cNvPr id="67587" name="内容占位符 2"/>
          <p:cNvSpPr txBox="1">
            <a:spLocks/>
          </p:cNvSpPr>
          <p:nvPr/>
        </p:nvSpPr>
        <p:spPr bwMode="auto">
          <a:xfrm>
            <a:off x="1298575" y="1284288"/>
            <a:ext cx="89455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6.3 </a:t>
            </a:r>
            <a:r>
              <a:rPr lang="zh-CN" altLang="en-US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玻尔氢原子理论</a:t>
            </a:r>
            <a:endParaRPr lang="zh-CN" altLang="en-US" b="1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67588" name="矩形 9"/>
          <p:cNvSpPr>
            <a:spLocks noChangeArrowheads="1"/>
          </p:cNvSpPr>
          <p:nvPr/>
        </p:nvSpPr>
        <p:spPr bwMode="auto">
          <a:xfrm>
            <a:off x="646113" y="1722438"/>
            <a:ext cx="8685212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u"/>
            </a:pPr>
            <a:r>
              <a:rPr lang="zh-CN" altLang="en-US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氢原子的能级和轨道</a:t>
            </a:r>
          </a:p>
        </p:txBody>
      </p:sp>
      <p:pic>
        <p:nvPicPr>
          <p:cNvPr id="67591" name="Picture 2" descr="https://timgsa.baidu.com/timg?image&amp;quality=80&amp;size=b9999_10000&amp;sec=1490723683355&amp;di=a87eacd5fb964da1369c921b68a20d48&amp;imgtype=0&amp;src=http%3A%2F%2Fd.hiphotos.baidu.com%2Fzhidao%2Fpic%2Fitem%2F4afbfbedab64034f5b6b391dabc379310a551d0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3863" y="2387600"/>
            <a:ext cx="4386262" cy="3287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592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542"/>
          <a:stretch>
            <a:fillRect/>
          </a:stretch>
        </p:blipFill>
        <p:spPr bwMode="auto">
          <a:xfrm>
            <a:off x="7800975" y="1760538"/>
            <a:ext cx="3779838" cy="408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93" name="矩形 6"/>
          <p:cNvSpPr>
            <a:spLocks noChangeArrowheads="1"/>
          </p:cNvSpPr>
          <p:nvPr/>
        </p:nvSpPr>
        <p:spPr bwMode="auto">
          <a:xfrm>
            <a:off x="804863" y="6070600"/>
            <a:ext cx="50879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即轨道半径是量子化的，能量是量子化的。</a:t>
            </a:r>
            <a:endParaRPr lang="en-US" altLang="zh-CN" b="1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5620603"/>
              </p:ext>
            </p:extLst>
          </p:nvPr>
        </p:nvGraphicFramePr>
        <p:xfrm>
          <a:off x="598488" y="2811463"/>
          <a:ext cx="2044700" cy="207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265" name="Equation" r:id="rId5" imgW="2044440" imgH="2070000" progId="Equation.DSMT4">
                  <p:embed/>
                </p:oleObj>
              </mc:Choice>
              <mc:Fallback>
                <p:oleObj name="Equation" r:id="rId5" imgW="2044440" imgH="2070000" progId="Equation.DSMT4">
                  <p:embed/>
                  <p:pic>
                    <p:nvPicPr>
                      <p:cNvPr id="16" name="对象 1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98488" y="2811463"/>
                        <a:ext cx="2044700" cy="207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07250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第六讲 玻尔氢原子理论</a:t>
            </a:r>
          </a:p>
        </p:txBody>
      </p:sp>
      <p:sp>
        <p:nvSpPr>
          <p:cNvPr id="68611" name="内容占位符 2"/>
          <p:cNvSpPr txBox="1">
            <a:spLocks/>
          </p:cNvSpPr>
          <p:nvPr/>
        </p:nvSpPr>
        <p:spPr bwMode="auto">
          <a:xfrm>
            <a:off x="1298575" y="1284288"/>
            <a:ext cx="89455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6.4 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类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氢原子体系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646113" y="1722438"/>
            <a:ext cx="5090453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u"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类氢离子（</a:t>
            </a: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He</a:t>
            </a:r>
            <a:r>
              <a:rPr lang="en-US" altLang="zh-CN" b="1" baseline="30000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+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、</a:t>
            </a: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 Li</a:t>
            </a:r>
            <a:r>
              <a:rPr lang="en-US" altLang="zh-CN" b="1" baseline="30000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2+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、 </a:t>
            </a: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Be</a:t>
            </a:r>
            <a:r>
              <a:rPr lang="en-US" altLang="zh-CN" b="1" baseline="30000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3+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、</a:t>
            </a: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……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 ）</a:t>
            </a: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646113" y="3267075"/>
            <a:ext cx="8685212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u"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里德堡原子：外层电子被激发到大主量子数的高激发态</a:t>
            </a:r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646113" y="3897313"/>
            <a:ext cx="5608038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u"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奇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特原子：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正负粒子组成的束缚态（定态）</a:t>
            </a: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759028"/>
              </p:ext>
            </p:extLst>
          </p:nvPr>
        </p:nvGraphicFramePr>
        <p:xfrm>
          <a:off x="879475" y="2411413"/>
          <a:ext cx="3556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289" name="Equation" r:id="rId3" imgW="3555720" imgH="736560" progId="Equation.DSMT4">
                  <p:embed/>
                </p:oleObj>
              </mc:Choice>
              <mc:Fallback>
                <p:oleObj name="Equation" r:id="rId3" imgW="3555720" imgH="736560" progId="Equation.DSMT4">
                  <p:embed/>
                  <p:pic>
                    <p:nvPicPr>
                      <p:cNvPr id="16" name="对象 1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79475" y="2411413"/>
                        <a:ext cx="35560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1458" y="1280206"/>
            <a:ext cx="3028950" cy="19812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9010" y="3785939"/>
            <a:ext cx="3409950" cy="2006600"/>
          </a:xfrm>
          <a:prstGeom prst="rect">
            <a:avLst/>
          </a:prstGeom>
        </p:spPr>
      </p:pic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646113" y="4534654"/>
            <a:ext cx="2020887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u"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反氢原子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第六讲 玻尔氢原子理论</a:t>
            </a:r>
          </a:p>
        </p:txBody>
      </p:sp>
      <p:sp>
        <p:nvSpPr>
          <p:cNvPr id="69635" name="内容占位符 2"/>
          <p:cNvSpPr txBox="1">
            <a:spLocks/>
          </p:cNvSpPr>
          <p:nvPr/>
        </p:nvSpPr>
        <p:spPr bwMode="auto">
          <a:xfrm>
            <a:off x="1298575" y="1284288"/>
            <a:ext cx="89455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6.5 </a:t>
            </a:r>
            <a:r>
              <a:rPr lang="zh-CN" altLang="en-US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实验验证</a:t>
            </a:r>
            <a:r>
              <a:rPr lang="en-US" altLang="zh-CN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——</a:t>
            </a:r>
            <a:r>
              <a:rPr lang="zh-CN" altLang="en-US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弗兰克</a:t>
            </a:r>
            <a:r>
              <a:rPr lang="en-US" altLang="zh-CN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-</a:t>
            </a:r>
            <a:r>
              <a:rPr lang="zh-CN" altLang="en-US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赫兹实验</a:t>
            </a:r>
            <a:endParaRPr lang="zh-CN" altLang="en-US" b="1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1060450" y="1833563"/>
            <a:ext cx="16482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p"/>
            </a:pPr>
            <a:r>
              <a:rPr kumimoji="1" lang="zh-CN" altLang="en-US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实验装置 </a:t>
            </a:r>
          </a:p>
        </p:txBody>
      </p:sp>
      <p:sp>
        <p:nvSpPr>
          <p:cNvPr id="17" name="Rectangle 5"/>
          <p:cNvSpPr>
            <a:spLocks noChangeArrowheads="1"/>
          </p:cNvSpPr>
          <p:nvPr/>
        </p:nvSpPr>
        <p:spPr bwMode="auto">
          <a:xfrm>
            <a:off x="1060450" y="2332038"/>
            <a:ext cx="15636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p"/>
            </a:pPr>
            <a:r>
              <a:rPr kumimoji="1" lang="zh-CN" altLang="en-US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实验现象</a:t>
            </a: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370013" y="2752725"/>
            <a:ext cx="5751512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电流突然下降时的电压相差都是</a:t>
            </a: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4.9V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，即，</a:t>
            </a: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KG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间的电压为</a:t>
            </a: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4.9V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的整数倍时，电流突然下降。 </a:t>
            </a:r>
          </a:p>
        </p:txBody>
      </p:sp>
      <p:sp>
        <p:nvSpPr>
          <p:cNvPr id="19" name="Rectangle 5"/>
          <p:cNvSpPr>
            <a:spLocks noChangeArrowheads="1"/>
          </p:cNvSpPr>
          <p:nvPr/>
        </p:nvSpPr>
        <p:spPr bwMode="auto">
          <a:xfrm>
            <a:off x="1060450" y="3768725"/>
            <a:ext cx="15636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p"/>
            </a:pPr>
            <a:r>
              <a:rPr kumimoji="1" lang="zh-CN" altLang="en-US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实验结论</a:t>
            </a: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1298575" y="4286250"/>
            <a:ext cx="582295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Hg</a:t>
            </a:r>
            <a:r>
              <a:rPr lang="zh-CN" altLang="en-US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原子只吸收</a:t>
            </a:r>
            <a:r>
              <a:rPr lang="en-US" altLang="zh-CN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4.9eV</a:t>
            </a:r>
            <a:r>
              <a:rPr lang="zh-CN" altLang="en-US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的能量。这就清楚地证实了原子中量子态的存在，原子的能量不是连续变化的，而是由一些分立的能级组成。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1375158" y="1833563"/>
            <a:ext cx="5813425" cy="4535707"/>
            <a:chOff x="1375158" y="1833563"/>
            <a:chExt cx="5813425" cy="4535707"/>
          </a:xfrm>
        </p:grpSpPr>
        <p:pic>
          <p:nvPicPr>
            <p:cNvPr id="378882" name="Picture 2" descr="https://gimg2.baidu.com/image_search/src=http%3A%2F%2Fimg.caixin.com%2F2016-11-19%2F1479537870725377.jpg&amp;refer=http%3A%2F%2Fimg.caixin.com&amp;app=2002&amp;size=f9999,10000&amp;q=a80&amp;n=0&amp;g=0n&amp;fmt=jpeg?sec=1648560636&amp;t=33c80038d6724c72c138013fbce6a69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75158" y="1833563"/>
              <a:ext cx="2667000" cy="37719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8884" name="Picture 4" descr="https://gimg2.baidu.com/image_search/src=http%3A%2F%2Fwww.nobelprize-museum.org%2FUpLoadFiles%2F20121212%2F2012121215544979.jpg&amp;refer=http%3A%2F%2Fwww.nobelprize-museum.org&amp;app=2002&amp;size=f9999,10000&amp;q=a80&amp;n=0&amp;g=0n&amp;fmt=jpeg?sec=1648560776&amp;t=dac314e9c541fa43f6441147036f4c8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1583" y="1835645"/>
              <a:ext cx="2667000" cy="37719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矩形 4"/>
            <p:cNvSpPr>
              <a:spLocks noChangeArrowheads="1"/>
            </p:cNvSpPr>
            <p:nvPr/>
          </p:nvSpPr>
          <p:spPr bwMode="auto">
            <a:xfrm>
              <a:off x="1984742" y="5722939"/>
              <a:ext cx="1447832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James </a:t>
              </a:r>
              <a:r>
                <a:rPr lang="en-US" altLang="zh-CN" sz="1800" dirty="0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Franck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1882—1964</a:t>
              </a:r>
              <a:endParaRPr lang="zh-CN" altLang="en-US" sz="1800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矩形 4"/>
            <p:cNvSpPr>
              <a:spLocks noChangeArrowheads="1"/>
            </p:cNvSpPr>
            <p:nvPr/>
          </p:nvSpPr>
          <p:spPr bwMode="auto">
            <a:xfrm>
              <a:off x="4762476" y="5720753"/>
              <a:ext cx="2185214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Gustav Ludwig </a:t>
              </a:r>
              <a:r>
                <a:rPr lang="en-US" altLang="zh-CN" sz="1800" dirty="0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Hertz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1887-1975</a:t>
              </a:r>
              <a:endParaRPr lang="zh-CN" altLang="en-US" sz="1800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  <p:pic>
        <p:nvPicPr>
          <p:cNvPr id="378886" name="Picture 6" descr="https://gimg2.baidu.com/image_search/src=http%3A%2F%2Flifeng.lamost.org%2Fcourses%2Fwlsy%2FFH%2Fimages%2FFranck_Hertz_experiment.png&amp;refer=http%3A%2F%2Flifeng.lamost.org&amp;app=2002&amp;size=f9999,10000&amp;q=a80&amp;n=0&amp;g=0n&amp;fmt=jpeg?sec=1648561792&amp;t=0ab5d8ee27e1a7cdf0ce838431b8374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5111" y="693738"/>
            <a:ext cx="4612821" cy="2690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hlinkClick r:id="rId5" action="ppaction://hlinksldjump"/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46" t="3387" r="10427" b="16931"/>
          <a:stretch/>
        </p:blipFill>
        <p:spPr>
          <a:xfrm>
            <a:off x="7534987" y="3270597"/>
            <a:ext cx="4612945" cy="350863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788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788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788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utoUpdateAnimBg="0"/>
      <p:bldP spid="17" grpId="0"/>
      <p:bldP spid="19" grpId="0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第六讲 玻尔氢原子理论</a:t>
            </a:r>
          </a:p>
        </p:txBody>
      </p:sp>
      <p:sp>
        <p:nvSpPr>
          <p:cNvPr id="70659" name="内容占位符 2"/>
          <p:cNvSpPr txBox="1">
            <a:spLocks/>
          </p:cNvSpPr>
          <p:nvPr/>
        </p:nvSpPr>
        <p:spPr bwMode="auto">
          <a:xfrm>
            <a:off x="1298575" y="1284288"/>
            <a:ext cx="89455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6.5 </a:t>
            </a:r>
            <a:r>
              <a:rPr lang="zh-CN" altLang="en-US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实验验证</a:t>
            </a:r>
            <a:r>
              <a:rPr lang="en-US" altLang="zh-CN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——</a:t>
            </a:r>
            <a:r>
              <a:rPr lang="zh-CN" altLang="en-US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弗兰克</a:t>
            </a:r>
            <a:r>
              <a:rPr lang="en-US" altLang="zh-CN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-</a:t>
            </a:r>
            <a:r>
              <a:rPr lang="zh-CN" altLang="en-US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赫兹实验</a:t>
            </a:r>
            <a:endParaRPr lang="zh-CN" altLang="en-US" b="1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2228850" y="1838325"/>
            <a:ext cx="15636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p"/>
            </a:pPr>
            <a:r>
              <a:rPr kumimoji="1"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改进装置</a:t>
            </a:r>
          </a:p>
        </p:txBody>
      </p:sp>
      <p:sp>
        <p:nvSpPr>
          <p:cNvPr id="17" name="Rectangle 5"/>
          <p:cNvSpPr>
            <a:spLocks noChangeArrowheads="1"/>
          </p:cNvSpPr>
          <p:nvPr/>
        </p:nvSpPr>
        <p:spPr bwMode="auto">
          <a:xfrm>
            <a:off x="7100888" y="1757363"/>
            <a:ext cx="15636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p"/>
            </a:pPr>
            <a:r>
              <a:rPr kumimoji="1" lang="zh-CN" altLang="en-US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实验现象</a:t>
            </a:r>
          </a:p>
        </p:txBody>
      </p:sp>
      <p:pic>
        <p:nvPicPr>
          <p:cNvPr id="11" name="Picture 4" descr="SCAN001"/>
          <p:cNvPicPr>
            <a:picLocks noChangeAspect="1" noChangeArrowheads="1"/>
          </p:cNvPicPr>
          <p:nvPr/>
        </p:nvPicPr>
        <p:blipFill>
          <a:blip r:embed="rId2">
            <a:lum bright="-20000" contras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2" t="6319" r="25041" b="31596"/>
          <a:stretch>
            <a:fillRect/>
          </a:stretch>
        </p:blipFill>
        <p:spPr bwMode="auto">
          <a:xfrm>
            <a:off x="6445250" y="2354263"/>
            <a:ext cx="3367088" cy="318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2" descr="SCAN001"/>
          <p:cNvPicPr>
            <a:picLocks noChangeAspect="1" noChangeArrowheads="1"/>
          </p:cNvPicPr>
          <p:nvPr/>
        </p:nvPicPr>
        <p:blipFill>
          <a:blip r:embed="rId3">
            <a:lum bright="-36000" contras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43" t="8185" r="13608" b="6548"/>
          <a:stretch>
            <a:fillRect/>
          </a:stretch>
        </p:blipFill>
        <p:spPr bwMode="auto">
          <a:xfrm>
            <a:off x="831850" y="2436813"/>
            <a:ext cx="4357688" cy="302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804863" y="6070600"/>
            <a:ext cx="3022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原子的能级是量子化的！</a:t>
            </a:r>
            <a:endParaRPr lang="en-US" altLang="zh-CN" b="1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utoUpdateAnimBg="0"/>
      <p:bldP spid="17" grpId="0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第六讲 玻尔氢原子理论</a:t>
            </a:r>
          </a:p>
        </p:txBody>
      </p:sp>
      <p:sp>
        <p:nvSpPr>
          <p:cNvPr id="71683" name="内容占位符 2"/>
          <p:cNvSpPr txBox="1">
            <a:spLocks/>
          </p:cNvSpPr>
          <p:nvPr/>
        </p:nvSpPr>
        <p:spPr bwMode="auto">
          <a:xfrm>
            <a:off x="1298575" y="1284288"/>
            <a:ext cx="89455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6.6 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玻尔理论的地位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1220788" y="2173288"/>
            <a:ext cx="8907462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kumimoji="1"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它从理论上满意地解释了氢光谱的经验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规律</a:t>
            </a:r>
            <a:r>
              <a:rPr kumimoji="1"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里德伯公式。         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kumimoji="1"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它用已知的物理量计算出了里德伯常数，而且和实验值符合得较好。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kumimoji="1"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它较成功地给出了氢原子半径的数据。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kumimoji="1"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它定量地给出了氢原子的电离能。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895350" y="1811338"/>
            <a:ext cx="47021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u"/>
            </a:pPr>
            <a:r>
              <a:rPr kumimoji="1" lang="zh-CN" altLang="en-US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玻尔氢原子理论的成功之处</a:t>
            </a:r>
          </a:p>
        </p:txBody>
      </p:sp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1298575" y="4497388"/>
            <a:ext cx="8751888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20000"/>
              </a:spcBef>
              <a:buClrTx/>
              <a:buSzPct val="110000"/>
              <a:buFont typeface="Times New Roman" panose="02020603050405020304" pitchFamily="18" charset="0"/>
              <a:buChar char="×"/>
            </a:pPr>
            <a:r>
              <a:rPr kumimoji="1" lang="zh-CN" altLang="en-US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不能解释多电子原子的光谱；</a:t>
            </a:r>
          </a:p>
          <a:p>
            <a:pPr eaLnBrk="1" hangingPunct="1">
              <a:lnSpc>
                <a:spcPct val="150000"/>
              </a:lnSpc>
              <a:spcBef>
                <a:spcPct val="20000"/>
              </a:spcBef>
              <a:buClrTx/>
              <a:buSzTx/>
              <a:buFont typeface="Times New Roman" panose="02020603050405020304" pitchFamily="18" charset="0"/>
              <a:buChar char="×"/>
            </a:pPr>
            <a:r>
              <a:rPr kumimoji="1" lang="zh-CN" altLang="en-US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不能解释谱线的强度和宽度；</a:t>
            </a:r>
          </a:p>
          <a:p>
            <a:pPr eaLnBrk="1" hangingPunct="1">
              <a:lnSpc>
                <a:spcPct val="150000"/>
              </a:lnSpc>
              <a:spcBef>
                <a:spcPct val="20000"/>
              </a:spcBef>
              <a:buClrTx/>
              <a:buSzTx/>
              <a:buFont typeface="Times New Roman" panose="02020603050405020304" pitchFamily="18" charset="0"/>
              <a:buChar char="×"/>
            </a:pPr>
            <a:r>
              <a:rPr kumimoji="1" lang="zh-CN" altLang="en-US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不能说明原子是如何组成分子、构成液体和固体的；</a:t>
            </a:r>
          </a:p>
          <a:p>
            <a:pPr eaLnBrk="1" hangingPunct="1">
              <a:lnSpc>
                <a:spcPct val="150000"/>
              </a:lnSpc>
              <a:spcBef>
                <a:spcPct val="20000"/>
              </a:spcBef>
              <a:buClrTx/>
              <a:buSzTx/>
              <a:buFont typeface="Times New Roman" panose="02020603050405020304" pitchFamily="18" charset="0"/>
              <a:buChar char="×"/>
            </a:pPr>
            <a:r>
              <a:rPr kumimoji="1" lang="zh-CN" altLang="en-US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把微观粒子看成是遵守经典力学规律的质点，又赋予它们量子化的特征。</a:t>
            </a:r>
          </a:p>
        </p:txBody>
      </p:sp>
      <p:sp>
        <p:nvSpPr>
          <p:cNvPr id="18" name="Text Box 5"/>
          <p:cNvSpPr txBox="1">
            <a:spLocks noChangeArrowheads="1"/>
          </p:cNvSpPr>
          <p:nvPr/>
        </p:nvSpPr>
        <p:spPr bwMode="auto">
          <a:xfrm>
            <a:off x="895350" y="4171950"/>
            <a:ext cx="47021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u"/>
            </a:pPr>
            <a:r>
              <a:rPr kumimoji="1" lang="zh-CN" altLang="en-US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玻尔氢原子理论困难之处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/>
      <p:bldP spid="10" grpId="0"/>
      <p:bldP spid="14" grpId="0"/>
      <p:bldP spid="1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第六讲 玻尔氢原子理论</a:t>
            </a:r>
          </a:p>
        </p:txBody>
      </p:sp>
      <p:sp>
        <p:nvSpPr>
          <p:cNvPr id="72707" name="内容占位符 2"/>
          <p:cNvSpPr txBox="1">
            <a:spLocks/>
          </p:cNvSpPr>
          <p:nvPr/>
        </p:nvSpPr>
        <p:spPr bwMode="auto">
          <a:xfrm>
            <a:off x="1298575" y="1284288"/>
            <a:ext cx="89455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作业</a:t>
            </a:r>
            <a:endParaRPr lang="zh-CN" altLang="en-US" b="1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72708" name="Text Box 5"/>
          <p:cNvSpPr txBox="1">
            <a:spLocks noChangeArrowheads="1"/>
          </p:cNvSpPr>
          <p:nvPr/>
        </p:nvSpPr>
        <p:spPr bwMode="auto">
          <a:xfrm>
            <a:off x="904875" y="1717675"/>
            <a:ext cx="47021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u"/>
            </a:pPr>
            <a:r>
              <a:rPr kumimoji="1"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P101     </a:t>
            </a:r>
            <a:r>
              <a:rPr kumimoji="1"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习题</a:t>
            </a:r>
            <a:r>
              <a:rPr kumimoji="1"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2.21</a:t>
            </a:r>
            <a:r>
              <a:rPr kumimoji="1"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2.22</a:t>
            </a:r>
            <a:r>
              <a:rPr kumimoji="1"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2.23</a:t>
            </a:r>
            <a:endParaRPr kumimoji="1"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72711" name="矩形 10"/>
          <p:cNvSpPr>
            <a:spLocks noChangeArrowheads="1"/>
          </p:cNvSpPr>
          <p:nvPr/>
        </p:nvSpPr>
        <p:spPr bwMode="auto">
          <a:xfrm>
            <a:off x="904875" y="2274113"/>
            <a:ext cx="10456863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u"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氢原子被激发到</a:t>
            </a:r>
            <a:r>
              <a:rPr lang="en-US" altLang="zh-CN" b="1" i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=5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的能级上，当它跃迁到基态时可发射几条谱线？其中有几条可见光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？</a:t>
            </a:r>
            <a:endParaRPr lang="en-US" altLang="zh-CN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72712" name="矩形 11"/>
          <p:cNvSpPr>
            <a:spLocks noChangeArrowheads="1"/>
          </p:cNvSpPr>
          <p:nvPr/>
        </p:nvSpPr>
        <p:spPr bwMode="auto">
          <a:xfrm>
            <a:off x="904875" y="2828111"/>
            <a:ext cx="10531475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u"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当氢原子从某初始状态跃迁到激发能</a:t>
            </a: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从基态到激发态所需的能量</a:t>
            </a: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为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10.19eV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的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状态时，发出一个波长为</a:t>
            </a: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486nm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的光子，求初始状态氢原子的能量。</a:t>
            </a:r>
            <a:endParaRPr lang="en-US" altLang="zh-CN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72713" name="矩形 12"/>
          <p:cNvSpPr>
            <a:spLocks noChangeArrowheads="1"/>
          </p:cNvSpPr>
          <p:nvPr/>
        </p:nvSpPr>
        <p:spPr bwMode="auto">
          <a:xfrm>
            <a:off x="904875" y="3750488"/>
            <a:ext cx="1053147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u"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当一个质子俘获一个动能为</a:t>
            </a:r>
            <a:r>
              <a:rPr lang="en-US" altLang="zh-CN" b="1" i="1" dirty="0" err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E</a:t>
            </a:r>
            <a:r>
              <a:rPr lang="en-US" altLang="zh-CN" b="1" baseline="-25000" dirty="0" err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k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=13.6eV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的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自由电子组成一个基态氢原子时，求所发出的单色光频率。</a:t>
            </a:r>
            <a:endParaRPr lang="en-US" altLang="zh-CN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hlinkClick r:id="rId4" action="ppaction://hlinksldjump"/>
          </p:cNvPr>
          <p:cNvSpPr txBox="1"/>
          <p:nvPr/>
        </p:nvSpPr>
        <p:spPr>
          <a:xfrm>
            <a:off x="440611" y="470779"/>
            <a:ext cx="32944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latin typeface="方正新书宋简体" panose="03000509000000000000" pitchFamily="65" charset="-122"/>
                <a:ea typeface="方正新书宋简体" panose="03000509000000000000" pitchFamily="65" charset="-122"/>
              </a:rPr>
              <a:t>弗兰克</a:t>
            </a:r>
            <a:r>
              <a:rPr lang="en-US" altLang="zh-CN" sz="3200" b="1" dirty="0">
                <a:latin typeface="方正新书宋简体" panose="03000509000000000000" pitchFamily="65" charset="-122"/>
                <a:ea typeface="方正新书宋简体" panose="03000509000000000000" pitchFamily="65" charset="-122"/>
              </a:rPr>
              <a:t>-</a:t>
            </a:r>
            <a:r>
              <a:rPr lang="zh-CN" altLang="en-US" sz="3200" b="1" dirty="0">
                <a:latin typeface="方正新书宋简体" panose="03000509000000000000" pitchFamily="65" charset="-122"/>
                <a:ea typeface="方正新书宋简体" panose="03000509000000000000" pitchFamily="65" charset="-122"/>
              </a:rPr>
              <a:t>赫兹实验</a:t>
            </a:r>
            <a:endParaRPr lang="zh-CN" altLang="en-US" sz="3200" b="1" dirty="0">
              <a:latin typeface="Times New Roman" panose="02020603050405020304" pitchFamily="18" charset="0"/>
              <a:ea typeface="方正新书宋简体" panose="03000509000000000000" pitchFamily="65" charset="-122"/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202116" name="ShockwaveFlash1" r:id="rId2" imgW="10818720" imgH="5079960"/>
        </mc:Choice>
        <mc:Fallback>
          <p:control name="ShockwaveFlash1" r:id="rId2" imgW="10818720" imgH="5079960">
            <p:pic>
              <p:nvPicPr>
                <p:cNvPr id="11" name="ShockwaveFlash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5"/>
                <a:srcRect/>
                <a:stretch>
                  <a:fillRect/>
                </a:stretch>
              </p:blipFill>
              <p:spPr bwMode="auto">
                <a:xfrm>
                  <a:off x="646113" y="1306906"/>
                  <a:ext cx="10818987" cy="5079380"/>
                </a:xfrm>
                <a:prstGeom prst="rect">
                  <a:avLst/>
                </a:prstGeom>
                <a:noFill/>
                <a:ln w="9525"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564375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母版尝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新建 Microsoft PowerPoint 演示文稿.pptx" id="{CE7E6597-6055-45ED-8D80-7DCA895DE1D4}" vid="{CB506768-777D-4B12-9CC9-01354EF86361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新建 Microsoft PowerPoint 演示文稿.pptx" id="{CE7E6597-6055-45ED-8D80-7DCA895DE1D4}" vid="{F49BBFB9-20DF-44C8-AB6F-6503A88DF186}"/>
    </a:ext>
  </a:extLst>
</a:theme>
</file>

<file path=ppt/theme/theme3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新建 Microsoft PowerPoint 演示文稿.pptx" id="{CE7E6597-6055-45ED-8D80-7DCA895DE1D4}" vid="{C64F8762-51AA-45A3-89A1-90111EC3B3A6}"/>
    </a:ext>
  </a:extLst>
</a:theme>
</file>

<file path=ppt/theme/theme5.xml><?xml version="1.0" encoding="utf-8"?>
<a:theme xmlns:a="http://schemas.openxmlformats.org/drawingml/2006/main" name="母版尝试-无校徽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A31FD1F8-C453-4523-9A8D-F2D418DCEA5E}" vid="{50E4F761-CC50-41EA-B1B9-3BFF9F164859}"/>
    </a:ext>
  </a:extLst>
</a:theme>
</file>

<file path=ppt/theme/theme6.xml><?xml version="1.0" encoding="utf-8"?>
<a:theme xmlns:a="http://schemas.openxmlformats.org/drawingml/2006/main" name="3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A31FD1F8-C453-4523-9A8D-F2D418DCEA5E}" vid="{51347CAD-8FFD-475F-B990-62B7C3D69B52}"/>
    </a:ext>
  </a:extLst>
</a:theme>
</file>

<file path=ppt/theme/theme7.xml><?xml version="1.0" encoding="utf-8"?>
<a:theme xmlns:a="http://schemas.openxmlformats.org/drawingml/2006/main" name="4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A31FD1F8-C453-4523-9A8D-F2D418DCEA5E}" vid="{D5229C70-5AFB-4F66-8E7C-A2400D6A6E8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丝状</Template>
  <TotalTime>27052</TotalTime>
  <Words>2085</Words>
  <Application>Microsoft Office PowerPoint</Application>
  <PresentationFormat>宽屏</PresentationFormat>
  <Paragraphs>155</Paragraphs>
  <Slides>19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7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9" baseType="lpstr">
      <vt:lpstr>HGB2X_CNKI</vt:lpstr>
      <vt:lpstr>HGH2X_CNKI</vt:lpstr>
      <vt:lpstr>等线</vt:lpstr>
      <vt:lpstr>等线 Light</vt:lpstr>
      <vt:lpstr>方正新书宋简体</vt:lpstr>
      <vt:lpstr>宋体</vt:lpstr>
      <vt:lpstr>Arial</vt:lpstr>
      <vt:lpstr>Book Antiqua</vt:lpstr>
      <vt:lpstr>Calibri</vt:lpstr>
      <vt:lpstr>Times New Roman</vt:lpstr>
      <vt:lpstr>Wingdings</vt:lpstr>
      <vt:lpstr>Wingdings 3</vt:lpstr>
      <vt:lpstr>母版尝试</vt:lpstr>
      <vt:lpstr>1_Office 主题​​</vt:lpstr>
      <vt:lpstr>自定义设计方案</vt:lpstr>
      <vt:lpstr>2_Office 主题​​</vt:lpstr>
      <vt:lpstr>母版尝试-无校徽</vt:lpstr>
      <vt:lpstr>3_Office 主题​​</vt:lpstr>
      <vt:lpstr>4_Office 主题​​</vt:lpstr>
      <vt:lpstr>Equation</vt:lpstr>
      <vt:lpstr>近 代 物 理 学 选 讲</vt:lpstr>
      <vt:lpstr>第六讲 玻尔氢原子理论</vt:lpstr>
      <vt:lpstr>第六讲 玻尔氢原子理论</vt:lpstr>
      <vt:lpstr>第六讲 玻尔氢原子理论</vt:lpstr>
      <vt:lpstr>第六讲 玻尔氢原子理论</vt:lpstr>
      <vt:lpstr>第六讲 玻尔氢原子理论</vt:lpstr>
      <vt:lpstr>第六讲 玻尔氢原子理论</vt:lpstr>
      <vt:lpstr>第六讲 玻尔氢原子理论</vt:lpstr>
      <vt:lpstr>第六讲 玻尔氢原子理论</vt:lpstr>
      <vt:lpstr>第六讲 玻尔氢原子理论</vt:lpstr>
      <vt:lpstr>第六讲 玻尔氢原子理论</vt:lpstr>
      <vt:lpstr>第六讲 玻尔氢原子理论</vt:lpstr>
      <vt:lpstr>第六讲 玻尔氢原子理论</vt:lpstr>
      <vt:lpstr>第六讲 玻尔氢原子理论</vt:lpstr>
      <vt:lpstr>第六讲 玻尔氢原子理论</vt:lpstr>
      <vt:lpstr>第六讲 玻尔氢原子理论</vt:lpstr>
      <vt:lpstr>第六讲 玻尔氢原子理论</vt:lpstr>
      <vt:lpstr>第六讲 玻尔氢原子理论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Home</dc:creator>
  <cp:lastModifiedBy>Ben</cp:lastModifiedBy>
  <cp:revision>1150</cp:revision>
  <dcterms:created xsi:type="dcterms:W3CDTF">2017-02-21T13:54:52Z</dcterms:created>
  <dcterms:modified xsi:type="dcterms:W3CDTF">2022-03-09T04:23:42Z</dcterms:modified>
</cp:coreProperties>
</file>