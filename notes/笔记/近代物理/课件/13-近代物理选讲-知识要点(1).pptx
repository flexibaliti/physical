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86" r:id="rId2"/>
    <p:sldMasterId id="2147485080" r:id="rId3"/>
    <p:sldMasterId id="2147485084" r:id="rId4"/>
    <p:sldMasterId id="2147485088" r:id="rId5"/>
  </p:sldMasterIdLst>
  <p:sldIdLst>
    <p:sldId id="256" r:id="rId6"/>
    <p:sldId id="399" r:id="rId7"/>
    <p:sldId id="402" r:id="rId8"/>
    <p:sldId id="403" r:id="rId9"/>
    <p:sldId id="404" r:id="rId10"/>
    <p:sldId id="473" r:id="rId1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P97W5w5HMPL6rCqWZF8tmA==" hashData="EchIjTEvYoPVH9ja9lHRIXxdla7K19frjhHJ63vP8FFMQOn6tWejr+6FxC2VJylxOepJ3Jd7oPUmASjDvpF3U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8D7"/>
    <a:srgbClr val="8497B0"/>
    <a:srgbClr val="B01513"/>
    <a:srgbClr val="E4EEEF"/>
    <a:srgbClr val="0000FF"/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4172838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185252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9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dist"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华光姚体_CNKI" panose="02000500000000000000" pitchFamily="2" charset="-122"/>
                <a:ea typeface="华光姚体_CNKI" panose="02000500000000000000" pitchFamily="2" charset="-122"/>
              </a:rPr>
              <a:t>近代物理学选讲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近代物理学选讲知识要点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46113" y="1284288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第一讲 绪论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895" y="1843088"/>
            <a:ext cx="9616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经典物理世界晴朗天空中的两朵乌云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黑体辐射的紫外灾难；麦克尔逊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莫雷实验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0895" y="2328105"/>
            <a:ext cx="5295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近代物理学建立的基础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相对论；量子理论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646113" y="2963863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第二讲 揭开近代物理序幕的三大发现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0894" y="3247694"/>
            <a:ext cx="7080785" cy="12320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伦琴发现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X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射线；贝克勒尔发现放射性；汤姆逊发现电子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X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射线的特点；放射线的三种成分，各自的特点；电子的特点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661809" y="4647760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第三讲 黑体辐射和普朗克能量子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0894" y="5240791"/>
            <a:ext cx="10508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理想黑体的概念；黑体辐射的应用；描述热辐射的维恩公式；普朗克常数；普朗克量子假设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29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近代物理学选讲知识要点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46113" y="1284288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第四讲 光电效应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895" y="1704724"/>
            <a:ext cx="10508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定义；实验规律；爱因斯坦光电效应理论（逸出功、光电效应方程）光电效应的分类和应用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661809" y="2405063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第五讲 卢瑟福原子模型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0894" y="2721843"/>
            <a:ext cx="105080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汤姆逊原子模型；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α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粒子散射实验现象；卢瑟福核式模型；瞄准距离公式；散射截面公式；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原子核上限的估计；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α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粒子散射实验的意义；卢瑟福模型的困难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661809" y="4007680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0894" y="4384142"/>
            <a:ext cx="110241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光谱的概念；光谱的分类；氢原子光谱的五个线系公式；氢原子的光谱项；氢原子光谱的规律；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玻尔氢原子理论的基本假设；玻尔理论的氢原子半径公式；能级公式；类氢粒子的能级公式；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类氢离子的半径公式；类氢粒子的分类；玻尔理论的成败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81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近代物理学选讲知识要点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46113" y="1284288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895" y="1582742"/>
            <a:ext cx="109263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德布罗意关系；海森堡不确定关系；波函数的物理意义；波函数应满足的条件（波函数的标准化条件）；波函数的态叠加原理；自由粒子的薛定谔方程；一般粒子的定态薛定谔方程；一维无限深势阱中的粒子；力学量的算符及表达式；各算符的本征值；算符的对易关系；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646112" y="3092150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0894" y="3482879"/>
            <a:ext cx="37978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几个量子数的名称、符号、取值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646112" y="4103896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0894" y="4458876"/>
            <a:ext cx="76690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碱金属光谱（能级结构）复杂化的原因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原子实极化；轨道贯穿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0894" y="4911291"/>
            <a:ext cx="11138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碱金属光谱项；量子数亏损；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原子光谱线系的波数公式；电子轨道运动的磁矩；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轨道角动量与磁矩的关系；斯特恩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格拉赫实验的意义；自旋、自旋磁矩以及自旋量子数、自旋磁量子数；原子的总角动量、总角动量量子数及取值；光谱学的通用符号（原子态、量子态）、自旋与轨道相互作用能；碱金属能级分裂和光谱的精细结构；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3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近代物理学选讲知识要点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46113" y="1284288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第十讲 多电子原子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895" y="1843088"/>
            <a:ext cx="1007389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中心场近似；全同粒子；全同性原理；全同粒子交换对称性；泡利不相容原理；电子组态；基组态、激发态；主壳层；支壳层；各壳层所能容纳的最大电子数；电子排布的原则（能量最低原则、泡利不相容原理）；洪特规则；原子能级（光谱）精细结构的两种形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耦合、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jj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耦合；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耦合矢量图、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耦合过程；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jj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耦合矢量图、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jj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耦合过程；同科电子、非同科电子（等效电子、非等效电子）；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跃迁选择定则；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jj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耦合跃迁选择定则；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X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射线产生的机制；内空原子向外辐射能量的两个途径；俄歇效应、俄歇电子；原子能级跃迁的形式；激光产生的的必要条件；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X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射线和激光的应用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5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近代物理学选讲知识要点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46113" y="1284288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第十一讲 磁场中的原子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895" y="1843088"/>
            <a:ext cx="100738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单电子原子轨道磁矩、自旋磁矩；多电子原子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耦合、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jj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耦合下的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g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因子；原子在弱磁场中的附加能量及能级的磁分裂；正常塞曼效应、反常塞曼效应的能级磁分裂；强磁场中原子的帕邢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巴克效应；</a:t>
            </a:r>
            <a:endParaRPr lang="en-US" altLang="zh-CN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46113" y="3737022"/>
            <a:ext cx="480775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第十二讲 分子物理简介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60895" y="4295822"/>
            <a:ext cx="100738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化学键的分类；原子成键的原则；双原子分子转动能级（能级公式、转动常数、转动量子数、相邻能级间隔、相邻谱线波数差、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……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）；双原子分子振动能级（能级公式、相邻能级间隔、跃迁谱线频率及波长、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……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61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5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34215</TotalTime>
  <Words>1298</Words>
  <Application>Microsoft Office PowerPoint</Application>
  <PresentationFormat>宽屏</PresentationFormat>
  <Paragraphs>39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等线</vt:lpstr>
      <vt:lpstr>方正新书宋简体</vt:lpstr>
      <vt:lpstr>华光姚体_CNKI</vt:lpstr>
      <vt:lpstr>宋体</vt:lpstr>
      <vt:lpstr>Arial</vt:lpstr>
      <vt:lpstr>Calibri</vt:lpstr>
      <vt:lpstr>Times New Roman</vt:lpstr>
      <vt:lpstr>Wingdings 3</vt:lpstr>
      <vt:lpstr>母版尝试</vt:lpstr>
      <vt:lpstr>2_Office 主题​​</vt:lpstr>
      <vt:lpstr>母版尝试-无校徽</vt:lpstr>
      <vt:lpstr>3_Office 主题​​</vt:lpstr>
      <vt:lpstr>4_Office 主题​​</vt:lpstr>
      <vt:lpstr>近代物理学选讲</vt:lpstr>
      <vt:lpstr>近代物理学选讲知识要点</vt:lpstr>
      <vt:lpstr>近代物理学选讲知识要点</vt:lpstr>
      <vt:lpstr>近代物理学选讲知识要点</vt:lpstr>
      <vt:lpstr>近代物理学选讲知识要点</vt:lpstr>
      <vt:lpstr>近代物理学选讲知识要点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1323</cp:revision>
  <dcterms:created xsi:type="dcterms:W3CDTF">2017-02-21T13:54:52Z</dcterms:created>
  <dcterms:modified xsi:type="dcterms:W3CDTF">2022-05-11T05:21:50Z</dcterms:modified>
</cp:coreProperties>
</file>