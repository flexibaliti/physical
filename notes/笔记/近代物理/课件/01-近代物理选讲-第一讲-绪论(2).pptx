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72" r:id="rId1"/>
    <p:sldMasterId id="2147485076" r:id="rId2"/>
    <p:sldMasterId id="2147485088" r:id="rId3"/>
    <p:sldMasterId id="2147485078" r:id="rId4"/>
    <p:sldMasterId id="2147485080" r:id="rId5"/>
    <p:sldMasterId id="2147485084" r:id="rId6"/>
    <p:sldMasterId id="2147485086" r:id="rId7"/>
  </p:sldMasterIdLst>
  <p:sldIdLst>
    <p:sldId id="256" r:id="rId8"/>
    <p:sldId id="257" r:id="rId9"/>
    <p:sldId id="268" r:id="rId10"/>
    <p:sldId id="258" r:id="rId11"/>
    <p:sldId id="259" r:id="rId12"/>
    <p:sldId id="475" r:id="rId13"/>
    <p:sldId id="261" r:id="rId14"/>
    <p:sldId id="262" r:id="rId15"/>
    <p:sldId id="263" r:id="rId16"/>
    <p:sldId id="265" r:id="rId17"/>
    <p:sldId id="260" r:id="rId18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s5vdY3tHS55iogkCd0Idsg==" hashData="Fpsb84wcz3rhHt4xEOSfr/b2PZbeTMeZ1RG2G4n9pjyTaKn7sN8hQRnJ6rSXTzMkhDWwqwTue1+cn//5gPByC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FF00"/>
    <a:srgbClr val="FF9900"/>
    <a:srgbClr val="41B0B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455" autoAdjust="0"/>
  </p:normalViewPr>
  <p:slideViewPr>
    <p:cSldViewPr snapToGrid="0">
      <p:cViewPr varScale="1">
        <p:scale>
          <a:sx n="74" d="100"/>
          <a:sy n="74" d="100"/>
        </p:scale>
        <p:origin x="376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BD6617-1E87-44BF-ADBD-09C28D705AA8}" type="doc">
      <dgm:prSet loTypeId="urn:microsoft.com/office/officeart/2005/8/layout/hierarchy2" loCatId="hierarchy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F68A2CA-0643-4D31-9014-4E192367E3DC}">
      <dgm:prSet phldrT="[文本]" custT="1"/>
      <dgm:spPr/>
      <dgm:t>
        <a:bodyPr/>
        <a:lstStyle/>
        <a:p>
          <a:r>
            <a:rPr lang="zh-CN" altLang="en-US" sz="2000" b="1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近代物理学</a:t>
          </a:r>
          <a:endParaRPr lang="zh-CN" altLang="en-US" sz="2000" b="1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5869D34C-0789-41D7-8DE6-2861E54A74B2}" type="parTrans" cxnId="{C36C0419-A5A5-4A05-B838-3BC2B74AA0F5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B375EEB4-54D8-4F73-9554-5618BFE9AD7D}" type="sibTrans" cxnId="{C36C0419-A5A5-4A05-B838-3BC2B74AA0F5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80DBCA81-53D0-46BD-9B45-21F81D543576}">
      <dgm:prSet phldrT="[文本]" custT="1"/>
      <dgm:spPr/>
      <dgm:t>
        <a:bodyPr/>
        <a:lstStyle/>
        <a:p>
          <a:r>
            <a:rPr lang="zh-CN" altLang="en-US" sz="2000" b="1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相对论</a:t>
          </a:r>
          <a:endParaRPr lang="zh-CN" altLang="en-US" sz="2000" b="1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AF90DBFD-223F-46F6-A70F-7D852F36A686}" type="parTrans" cxnId="{257D8355-F151-48B4-8084-BBA5AB2FC4B5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E84D1B1A-FC5F-474C-BE21-95B85B792E60}" type="sibTrans" cxnId="{257D8355-F151-48B4-8084-BBA5AB2FC4B5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AAD125A3-291B-49FE-B0CC-90048F1F7051}">
      <dgm:prSet phldrT="[文本]" custT="1"/>
      <dgm:spPr/>
      <dgm:t>
        <a:bodyPr/>
        <a:lstStyle/>
        <a:p>
          <a:r>
            <a:rPr lang="zh-CN" altLang="en-US" sz="2000" b="1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狭义相对论</a:t>
          </a:r>
          <a:endParaRPr lang="zh-CN" altLang="en-US" sz="2000" b="1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B417B99C-88AA-40B7-B89C-61194B9E8DF7}" type="parTrans" cxnId="{A35DA066-EFDF-4A05-997E-EDAB33F7877C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C937045E-8ED8-4243-85C5-C764B094A0A2}" type="sibTrans" cxnId="{A35DA066-EFDF-4A05-997E-EDAB33F7877C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5E7291C0-942B-44EE-AFBA-B31CD4FCCF3E}">
      <dgm:prSet phldrT="[文本]" custT="1"/>
      <dgm:spPr/>
      <dgm:t>
        <a:bodyPr/>
        <a:lstStyle/>
        <a:p>
          <a:r>
            <a:rPr lang="zh-CN" altLang="en-US" sz="2000" b="1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广义相对论</a:t>
          </a:r>
          <a:endParaRPr lang="zh-CN" altLang="en-US" sz="2000" b="1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92E80F60-E89F-482B-94D0-CC57EABC0800}" type="parTrans" cxnId="{910F5ABB-BBB5-4858-942D-E4501B0DF57E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FF6FF962-56EF-4ABE-A2BF-6F913A353AA1}" type="sibTrans" cxnId="{910F5ABB-BBB5-4858-942D-E4501B0DF57E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CE0AB3B5-BA64-4DAF-9300-677FC9336F49}">
      <dgm:prSet phldrT="[文本]" custT="1"/>
      <dgm:spPr/>
      <dgm:t>
        <a:bodyPr/>
        <a:lstStyle/>
        <a:p>
          <a:r>
            <a:rPr lang="zh-CN" altLang="en-US" sz="2000" b="1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量子理论</a:t>
          </a:r>
          <a:endParaRPr lang="zh-CN" altLang="en-US" sz="2000" b="1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9837A285-A7B5-460A-BD84-DE490078B1C8}" type="parTrans" cxnId="{819E0609-97D2-4932-A82E-7CDDF1138F0B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E5B41B07-61D7-4D46-A540-CDCD4C44AA6C}" type="sibTrans" cxnId="{819E0609-97D2-4932-A82E-7CDDF1138F0B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F513C00D-8A3A-4370-BE0E-43FF45CDE610}">
      <dgm:prSet phldrT="[文本]" custT="1"/>
      <dgm:spPr/>
      <dgm:t>
        <a:bodyPr/>
        <a:lstStyle/>
        <a:p>
          <a:r>
            <a:rPr lang="zh-CN" altLang="en-US" sz="2000" b="1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研究微观高速物质的性质、能量、运动相互关系的理论</a:t>
          </a:r>
          <a:endParaRPr lang="zh-CN" altLang="en-US" sz="2000" b="1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79188FF7-763F-4496-8727-41883D5A1E83}" type="parTrans" cxnId="{B8B50C51-8328-405A-A916-7D23FA178EF2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107E9883-1300-4A5C-870E-96FF00C4C4A4}" type="sibTrans" cxnId="{B8B50C51-8328-405A-A916-7D23FA178EF2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163368F3-674D-4B50-9220-62237137DAB4}">
      <dgm:prSet custT="1"/>
      <dgm:spPr/>
      <dgm:t>
        <a:bodyPr/>
        <a:lstStyle/>
        <a:p>
          <a:r>
            <a:rPr lang="zh-CN" altLang="en-US" sz="2000" b="1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关于时间、空间、运动及其相互关系的理论</a:t>
          </a:r>
          <a:endParaRPr lang="zh-CN" altLang="en-US" sz="2000" b="1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21313212-4EE8-4984-8986-8E216381A893}" type="parTrans" cxnId="{84CAF63F-ED2F-454D-9CFC-2C42BD66170B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252F2F0E-CB23-44BE-9D78-026A5BE5A5B2}" type="sibTrans" cxnId="{84CAF63F-ED2F-454D-9CFC-2C42BD66170B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AD593652-76B1-41E2-8342-EC5739C3E66F}">
      <dgm:prSet custT="1"/>
      <dgm:spPr/>
      <dgm:t>
        <a:bodyPr/>
        <a:lstStyle/>
        <a:p>
          <a:r>
            <a:rPr lang="zh-CN" altLang="en-US" sz="2000" b="1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关于时空性质与物质分布及运动相互关系的理论</a:t>
          </a:r>
          <a:endParaRPr lang="zh-CN" altLang="en-US" sz="2000" b="1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0FEF1CDE-1D7C-4805-BB0C-5679491FA109}" type="parTrans" cxnId="{6B24153E-9928-4D1A-891A-452FA2C24661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0AB0538C-88E8-43F2-A4C4-FD4C9EFD70C4}" type="sibTrans" cxnId="{6B24153E-9928-4D1A-891A-452FA2C24661}">
      <dgm:prSet/>
      <dgm:spPr/>
      <dgm:t>
        <a:bodyPr/>
        <a:lstStyle/>
        <a:p>
          <a:endParaRPr lang="zh-CN" altLang="en-US" b="1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C417D19F-0348-4408-B84C-F2CA53EA1309}" type="pres">
      <dgm:prSet presAssocID="{C0BD6617-1E87-44BF-ADBD-09C28D705AA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5DBF0C0-B48F-4905-AC3B-F91452735DF6}" type="pres">
      <dgm:prSet presAssocID="{AF68A2CA-0643-4D31-9014-4E192367E3DC}" presName="root1" presStyleCnt="0"/>
      <dgm:spPr/>
    </dgm:pt>
    <dgm:pt modelId="{A4336D52-F3C0-4D7E-8F76-14F15F505EED}" type="pres">
      <dgm:prSet presAssocID="{AF68A2CA-0643-4D31-9014-4E192367E3DC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A137C4C-8810-4051-B86F-C36C63409458}" type="pres">
      <dgm:prSet presAssocID="{AF68A2CA-0643-4D31-9014-4E192367E3DC}" presName="level2hierChild" presStyleCnt="0"/>
      <dgm:spPr/>
    </dgm:pt>
    <dgm:pt modelId="{8FC0AAD0-00F6-4877-A01C-1DD9392874A6}" type="pres">
      <dgm:prSet presAssocID="{AF90DBFD-223F-46F6-A70F-7D852F36A686}" presName="conn2-1" presStyleLbl="parChTrans1D2" presStyleIdx="0" presStyleCnt="2"/>
      <dgm:spPr/>
      <dgm:t>
        <a:bodyPr/>
        <a:lstStyle/>
        <a:p>
          <a:endParaRPr lang="zh-CN" altLang="en-US"/>
        </a:p>
      </dgm:t>
    </dgm:pt>
    <dgm:pt modelId="{2A0DBAC8-C237-4AA0-9CFF-402B7B9FEDF0}" type="pres">
      <dgm:prSet presAssocID="{AF90DBFD-223F-46F6-A70F-7D852F36A686}" presName="connTx" presStyleLbl="parChTrans1D2" presStyleIdx="0" presStyleCnt="2"/>
      <dgm:spPr/>
      <dgm:t>
        <a:bodyPr/>
        <a:lstStyle/>
        <a:p>
          <a:endParaRPr lang="zh-CN" altLang="en-US"/>
        </a:p>
      </dgm:t>
    </dgm:pt>
    <dgm:pt modelId="{C3A11FF7-CE30-4E54-8AD1-8DDFF145938C}" type="pres">
      <dgm:prSet presAssocID="{80DBCA81-53D0-46BD-9B45-21F81D543576}" presName="root2" presStyleCnt="0"/>
      <dgm:spPr/>
    </dgm:pt>
    <dgm:pt modelId="{907BE265-ED13-428F-8F71-9990EDD4CB93}" type="pres">
      <dgm:prSet presAssocID="{80DBCA81-53D0-46BD-9B45-21F81D543576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28EFAE3-1A8D-467A-9A8E-248D01402313}" type="pres">
      <dgm:prSet presAssocID="{80DBCA81-53D0-46BD-9B45-21F81D543576}" presName="level3hierChild" presStyleCnt="0"/>
      <dgm:spPr/>
    </dgm:pt>
    <dgm:pt modelId="{243AB24E-49E3-4044-94FD-9B019D035A29}" type="pres">
      <dgm:prSet presAssocID="{B417B99C-88AA-40B7-B89C-61194B9E8DF7}" presName="conn2-1" presStyleLbl="parChTrans1D3" presStyleIdx="0" presStyleCnt="3"/>
      <dgm:spPr/>
      <dgm:t>
        <a:bodyPr/>
        <a:lstStyle/>
        <a:p>
          <a:endParaRPr lang="zh-CN" altLang="en-US"/>
        </a:p>
      </dgm:t>
    </dgm:pt>
    <dgm:pt modelId="{699E677B-5D2F-42DE-989A-FB2BC8BD8BE4}" type="pres">
      <dgm:prSet presAssocID="{B417B99C-88AA-40B7-B89C-61194B9E8DF7}" presName="connTx" presStyleLbl="parChTrans1D3" presStyleIdx="0" presStyleCnt="3"/>
      <dgm:spPr/>
      <dgm:t>
        <a:bodyPr/>
        <a:lstStyle/>
        <a:p>
          <a:endParaRPr lang="zh-CN" altLang="en-US"/>
        </a:p>
      </dgm:t>
    </dgm:pt>
    <dgm:pt modelId="{51AEFFDD-2568-4FCC-B26A-5D899BAC49BA}" type="pres">
      <dgm:prSet presAssocID="{AAD125A3-291B-49FE-B0CC-90048F1F7051}" presName="root2" presStyleCnt="0"/>
      <dgm:spPr/>
    </dgm:pt>
    <dgm:pt modelId="{0550ABA0-9979-4E19-A5EB-79BECA691607}" type="pres">
      <dgm:prSet presAssocID="{AAD125A3-291B-49FE-B0CC-90048F1F7051}" presName="LevelTwoTextNode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8C83FF7-DF8B-41AC-957F-59B002532FAF}" type="pres">
      <dgm:prSet presAssocID="{AAD125A3-291B-49FE-B0CC-90048F1F7051}" presName="level3hierChild" presStyleCnt="0"/>
      <dgm:spPr/>
    </dgm:pt>
    <dgm:pt modelId="{4B31CD97-4410-4558-AC8B-D1361A476D12}" type="pres">
      <dgm:prSet presAssocID="{21313212-4EE8-4984-8986-8E216381A893}" presName="conn2-1" presStyleLbl="parChTrans1D4" presStyleIdx="0" presStyleCnt="2"/>
      <dgm:spPr/>
      <dgm:t>
        <a:bodyPr/>
        <a:lstStyle/>
        <a:p>
          <a:endParaRPr lang="zh-CN" altLang="en-US"/>
        </a:p>
      </dgm:t>
    </dgm:pt>
    <dgm:pt modelId="{0614F360-8F3C-4319-BEC6-11B01A80D124}" type="pres">
      <dgm:prSet presAssocID="{21313212-4EE8-4984-8986-8E216381A893}" presName="connTx" presStyleLbl="parChTrans1D4" presStyleIdx="0" presStyleCnt="2"/>
      <dgm:spPr/>
      <dgm:t>
        <a:bodyPr/>
        <a:lstStyle/>
        <a:p>
          <a:endParaRPr lang="zh-CN" altLang="en-US"/>
        </a:p>
      </dgm:t>
    </dgm:pt>
    <dgm:pt modelId="{BE6763C2-6321-47D9-AFC3-31722B9DE497}" type="pres">
      <dgm:prSet presAssocID="{163368F3-674D-4B50-9220-62237137DAB4}" presName="root2" presStyleCnt="0"/>
      <dgm:spPr/>
    </dgm:pt>
    <dgm:pt modelId="{01DA08FC-49E7-4F3E-AF07-EA49812FF5CF}" type="pres">
      <dgm:prSet presAssocID="{163368F3-674D-4B50-9220-62237137DAB4}" presName="LevelTwoTextNode" presStyleLbl="node4" presStyleIdx="0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6CBCDD3-6EE8-44A5-99F3-0A13FED285C8}" type="pres">
      <dgm:prSet presAssocID="{163368F3-674D-4B50-9220-62237137DAB4}" presName="level3hierChild" presStyleCnt="0"/>
      <dgm:spPr/>
    </dgm:pt>
    <dgm:pt modelId="{E89B1281-9F6D-4BE4-9A63-11127CA3256E}" type="pres">
      <dgm:prSet presAssocID="{92E80F60-E89F-482B-94D0-CC57EABC0800}" presName="conn2-1" presStyleLbl="parChTrans1D3" presStyleIdx="1" presStyleCnt="3"/>
      <dgm:spPr/>
      <dgm:t>
        <a:bodyPr/>
        <a:lstStyle/>
        <a:p>
          <a:endParaRPr lang="zh-CN" altLang="en-US"/>
        </a:p>
      </dgm:t>
    </dgm:pt>
    <dgm:pt modelId="{B267E880-F2ED-44D4-8839-F7BD89ABEDC9}" type="pres">
      <dgm:prSet presAssocID="{92E80F60-E89F-482B-94D0-CC57EABC0800}" presName="connTx" presStyleLbl="parChTrans1D3" presStyleIdx="1" presStyleCnt="3"/>
      <dgm:spPr/>
      <dgm:t>
        <a:bodyPr/>
        <a:lstStyle/>
        <a:p>
          <a:endParaRPr lang="zh-CN" altLang="en-US"/>
        </a:p>
      </dgm:t>
    </dgm:pt>
    <dgm:pt modelId="{D4207733-77EE-4C82-AF52-9948FE9C2CB2}" type="pres">
      <dgm:prSet presAssocID="{5E7291C0-942B-44EE-AFBA-B31CD4FCCF3E}" presName="root2" presStyleCnt="0"/>
      <dgm:spPr/>
    </dgm:pt>
    <dgm:pt modelId="{7FF0EE5B-0911-48EA-AA13-80E34B6B3CC7}" type="pres">
      <dgm:prSet presAssocID="{5E7291C0-942B-44EE-AFBA-B31CD4FCCF3E}" presName="LevelTwoTextNode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8DE38F1-48C6-40E6-B681-3FF73417152A}" type="pres">
      <dgm:prSet presAssocID="{5E7291C0-942B-44EE-AFBA-B31CD4FCCF3E}" presName="level3hierChild" presStyleCnt="0"/>
      <dgm:spPr/>
    </dgm:pt>
    <dgm:pt modelId="{13A214C1-61F2-431E-B7E7-14CBC44CD7FD}" type="pres">
      <dgm:prSet presAssocID="{0FEF1CDE-1D7C-4805-BB0C-5679491FA109}" presName="conn2-1" presStyleLbl="parChTrans1D4" presStyleIdx="1" presStyleCnt="2"/>
      <dgm:spPr/>
      <dgm:t>
        <a:bodyPr/>
        <a:lstStyle/>
        <a:p>
          <a:endParaRPr lang="zh-CN" altLang="en-US"/>
        </a:p>
      </dgm:t>
    </dgm:pt>
    <dgm:pt modelId="{B2A5435C-3F7E-4BFF-8348-874038679DC0}" type="pres">
      <dgm:prSet presAssocID="{0FEF1CDE-1D7C-4805-BB0C-5679491FA109}" presName="connTx" presStyleLbl="parChTrans1D4" presStyleIdx="1" presStyleCnt="2"/>
      <dgm:spPr/>
      <dgm:t>
        <a:bodyPr/>
        <a:lstStyle/>
        <a:p>
          <a:endParaRPr lang="zh-CN" altLang="en-US"/>
        </a:p>
      </dgm:t>
    </dgm:pt>
    <dgm:pt modelId="{0FDF4E81-9DF8-4C2F-BC10-49B364921386}" type="pres">
      <dgm:prSet presAssocID="{AD593652-76B1-41E2-8342-EC5739C3E66F}" presName="root2" presStyleCnt="0"/>
      <dgm:spPr/>
    </dgm:pt>
    <dgm:pt modelId="{4DA77263-486D-4FEC-A9B2-607FBB4A17FD}" type="pres">
      <dgm:prSet presAssocID="{AD593652-76B1-41E2-8342-EC5739C3E66F}" presName="LevelTwoTextNode" presStyleLbl="node4" presStyleIdx="1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C94B590-4F42-4112-899C-A4DBF669D57B}" type="pres">
      <dgm:prSet presAssocID="{AD593652-76B1-41E2-8342-EC5739C3E66F}" presName="level3hierChild" presStyleCnt="0"/>
      <dgm:spPr/>
    </dgm:pt>
    <dgm:pt modelId="{86012F3A-5F77-4C6A-859E-480F5F489854}" type="pres">
      <dgm:prSet presAssocID="{9837A285-A7B5-460A-BD84-DE490078B1C8}" presName="conn2-1" presStyleLbl="parChTrans1D2" presStyleIdx="1" presStyleCnt="2"/>
      <dgm:spPr/>
      <dgm:t>
        <a:bodyPr/>
        <a:lstStyle/>
        <a:p>
          <a:endParaRPr lang="zh-CN" altLang="en-US"/>
        </a:p>
      </dgm:t>
    </dgm:pt>
    <dgm:pt modelId="{8707F659-BD09-4011-8231-8214197AB42D}" type="pres">
      <dgm:prSet presAssocID="{9837A285-A7B5-460A-BD84-DE490078B1C8}" presName="connTx" presStyleLbl="parChTrans1D2" presStyleIdx="1" presStyleCnt="2"/>
      <dgm:spPr/>
      <dgm:t>
        <a:bodyPr/>
        <a:lstStyle/>
        <a:p>
          <a:endParaRPr lang="zh-CN" altLang="en-US"/>
        </a:p>
      </dgm:t>
    </dgm:pt>
    <dgm:pt modelId="{45DB5EA9-1649-4D5D-890E-D8522DDCD055}" type="pres">
      <dgm:prSet presAssocID="{CE0AB3B5-BA64-4DAF-9300-677FC9336F49}" presName="root2" presStyleCnt="0"/>
      <dgm:spPr/>
    </dgm:pt>
    <dgm:pt modelId="{9E0E2CBF-D529-49E8-AE82-7CAC1365038B}" type="pres">
      <dgm:prSet presAssocID="{CE0AB3B5-BA64-4DAF-9300-677FC9336F49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94F6323-706D-4A0D-9FC6-AF13CBD2D530}" type="pres">
      <dgm:prSet presAssocID="{CE0AB3B5-BA64-4DAF-9300-677FC9336F49}" presName="level3hierChild" presStyleCnt="0"/>
      <dgm:spPr/>
    </dgm:pt>
    <dgm:pt modelId="{FD45E095-E608-4D12-8DD4-E51AA1294599}" type="pres">
      <dgm:prSet presAssocID="{79188FF7-763F-4496-8727-41883D5A1E83}" presName="conn2-1" presStyleLbl="parChTrans1D3" presStyleIdx="2" presStyleCnt="3"/>
      <dgm:spPr/>
      <dgm:t>
        <a:bodyPr/>
        <a:lstStyle/>
        <a:p>
          <a:endParaRPr lang="zh-CN" altLang="en-US"/>
        </a:p>
      </dgm:t>
    </dgm:pt>
    <dgm:pt modelId="{7C68A74D-26D7-4D4E-BA35-C76E2695073B}" type="pres">
      <dgm:prSet presAssocID="{79188FF7-763F-4496-8727-41883D5A1E83}" presName="connTx" presStyleLbl="parChTrans1D3" presStyleIdx="2" presStyleCnt="3"/>
      <dgm:spPr/>
      <dgm:t>
        <a:bodyPr/>
        <a:lstStyle/>
        <a:p>
          <a:endParaRPr lang="zh-CN" altLang="en-US"/>
        </a:p>
      </dgm:t>
    </dgm:pt>
    <dgm:pt modelId="{3612BE84-DBA3-45DE-ABA1-51949C5FFEDA}" type="pres">
      <dgm:prSet presAssocID="{F513C00D-8A3A-4370-BE0E-43FF45CDE610}" presName="root2" presStyleCnt="0"/>
      <dgm:spPr/>
    </dgm:pt>
    <dgm:pt modelId="{0166E03B-AA05-497B-A6B9-DA37D6178241}" type="pres">
      <dgm:prSet presAssocID="{F513C00D-8A3A-4370-BE0E-43FF45CDE610}" presName="LevelTwoTextNode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F5EA83B-9AE6-4A38-96BA-376D834C4475}" type="pres">
      <dgm:prSet presAssocID="{F513C00D-8A3A-4370-BE0E-43FF45CDE610}" presName="level3hierChild" presStyleCnt="0"/>
      <dgm:spPr/>
    </dgm:pt>
  </dgm:ptLst>
  <dgm:cxnLst>
    <dgm:cxn modelId="{910F5ABB-BBB5-4858-942D-E4501B0DF57E}" srcId="{80DBCA81-53D0-46BD-9B45-21F81D543576}" destId="{5E7291C0-942B-44EE-AFBA-B31CD4FCCF3E}" srcOrd="1" destOrd="0" parTransId="{92E80F60-E89F-482B-94D0-CC57EABC0800}" sibTransId="{FF6FF962-56EF-4ABE-A2BF-6F913A353AA1}"/>
    <dgm:cxn modelId="{13C0B41E-A3E6-42A8-9816-2C2D61DCBD1E}" type="presOf" srcId="{0FEF1CDE-1D7C-4805-BB0C-5679491FA109}" destId="{13A214C1-61F2-431E-B7E7-14CBC44CD7FD}" srcOrd="0" destOrd="0" presId="urn:microsoft.com/office/officeart/2005/8/layout/hierarchy2"/>
    <dgm:cxn modelId="{819E0609-97D2-4932-A82E-7CDDF1138F0B}" srcId="{AF68A2CA-0643-4D31-9014-4E192367E3DC}" destId="{CE0AB3B5-BA64-4DAF-9300-677FC9336F49}" srcOrd="1" destOrd="0" parTransId="{9837A285-A7B5-460A-BD84-DE490078B1C8}" sibTransId="{E5B41B07-61D7-4D46-A540-CDCD4C44AA6C}"/>
    <dgm:cxn modelId="{B8B50C51-8328-405A-A916-7D23FA178EF2}" srcId="{CE0AB3B5-BA64-4DAF-9300-677FC9336F49}" destId="{F513C00D-8A3A-4370-BE0E-43FF45CDE610}" srcOrd="0" destOrd="0" parTransId="{79188FF7-763F-4496-8727-41883D5A1E83}" sibTransId="{107E9883-1300-4A5C-870E-96FF00C4C4A4}"/>
    <dgm:cxn modelId="{8BF9EF7A-D37B-4408-8547-758378B93184}" type="presOf" srcId="{92E80F60-E89F-482B-94D0-CC57EABC0800}" destId="{B267E880-F2ED-44D4-8839-F7BD89ABEDC9}" srcOrd="1" destOrd="0" presId="urn:microsoft.com/office/officeart/2005/8/layout/hierarchy2"/>
    <dgm:cxn modelId="{97B87567-A8F1-4550-8D6D-E7158C60C46B}" type="presOf" srcId="{79188FF7-763F-4496-8727-41883D5A1E83}" destId="{FD45E095-E608-4D12-8DD4-E51AA1294599}" srcOrd="0" destOrd="0" presId="urn:microsoft.com/office/officeart/2005/8/layout/hierarchy2"/>
    <dgm:cxn modelId="{F991990D-D9D7-4941-8BF0-0D9AEB50B72C}" type="presOf" srcId="{9837A285-A7B5-460A-BD84-DE490078B1C8}" destId="{8707F659-BD09-4011-8231-8214197AB42D}" srcOrd="1" destOrd="0" presId="urn:microsoft.com/office/officeart/2005/8/layout/hierarchy2"/>
    <dgm:cxn modelId="{5A2FD39E-8EC3-4766-9236-2C1D504E48BE}" type="presOf" srcId="{5E7291C0-942B-44EE-AFBA-B31CD4FCCF3E}" destId="{7FF0EE5B-0911-48EA-AA13-80E34B6B3CC7}" srcOrd="0" destOrd="0" presId="urn:microsoft.com/office/officeart/2005/8/layout/hierarchy2"/>
    <dgm:cxn modelId="{0A257BA5-0288-4D15-B998-731C09ED8CFC}" type="presOf" srcId="{0FEF1CDE-1D7C-4805-BB0C-5679491FA109}" destId="{B2A5435C-3F7E-4BFF-8348-874038679DC0}" srcOrd="1" destOrd="0" presId="urn:microsoft.com/office/officeart/2005/8/layout/hierarchy2"/>
    <dgm:cxn modelId="{45140B1C-7B8B-424E-BB96-D6A53EF3D4D0}" type="presOf" srcId="{92E80F60-E89F-482B-94D0-CC57EABC0800}" destId="{E89B1281-9F6D-4BE4-9A63-11127CA3256E}" srcOrd="0" destOrd="0" presId="urn:microsoft.com/office/officeart/2005/8/layout/hierarchy2"/>
    <dgm:cxn modelId="{22B384B5-AE16-4D89-AA24-98280F625BF7}" type="presOf" srcId="{9837A285-A7B5-460A-BD84-DE490078B1C8}" destId="{86012F3A-5F77-4C6A-859E-480F5F489854}" srcOrd="0" destOrd="0" presId="urn:microsoft.com/office/officeart/2005/8/layout/hierarchy2"/>
    <dgm:cxn modelId="{4EC26905-184F-4BF3-9235-1010DF36A2BD}" type="presOf" srcId="{AF68A2CA-0643-4D31-9014-4E192367E3DC}" destId="{A4336D52-F3C0-4D7E-8F76-14F15F505EED}" srcOrd="0" destOrd="0" presId="urn:microsoft.com/office/officeart/2005/8/layout/hierarchy2"/>
    <dgm:cxn modelId="{4C4ACED2-DC99-4628-9DDD-6157E4F14355}" type="presOf" srcId="{AAD125A3-291B-49FE-B0CC-90048F1F7051}" destId="{0550ABA0-9979-4E19-A5EB-79BECA691607}" srcOrd="0" destOrd="0" presId="urn:microsoft.com/office/officeart/2005/8/layout/hierarchy2"/>
    <dgm:cxn modelId="{6B24153E-9928-4D1A-891A-452FA2C24661}" srcId="{5E7291C0-942B-44EE-AFBA-B31CD4FCCF3E}" destId="{AD593652-76B1-41E2-8342-EC5739C3E66F}" srcOrd="0" destOrd="0" parTransId="{0FEF1CDE-1D7C-4805-BB0C-5679491FA109}" sibTransId="{0AB0538C-88E8-43F2-A4C4-FD4C9EFD70C4}"/>
    <dgm:cxn modelId="{4983002C-FC8B-42F3-978A-46AB8B8F5098}" type="presOf" srcId="{F513C00D-8A3A-4370-BE0E-43FF45CDE610}" destId="{0166E03B-AA05-497B-A6B9-DA37D6178241}" srcOrd="0" destOrd="0" presId="urn:microsoft.com/office/officeart/2005/8/layout/hierarchy2"/>
    <dgm:cxn modelId="{48683AEB-3B0E-414C-B4BE-A3A11F5CF926}" type="presOf" srcId="{B417B99C-88AA-40B7-B89C-61194B9E8DF7}" destId="{699E677B-5D2F-42DE-989A-FB2BC8BD8BE4}" srcOrd="1" destOrd="0" presId="urn:microsoft.com/office/officeart/2005/8/layout/hierarchy2"/>
    <dgm:cxn modelId="{C36C0419-A5A5-4A05-B838-3BC2B74AA0F5}" srcId="{C0BD6617-1E87-44BF-ADBD-09C28D705AA8}" destId="{AF68A2CA-0643-4D31-9014-4E192367E3DC}" srcOrd="0" destOrd="0" parTransId="{5869D34C-0789-41D7-8DE6-2861E54A74B2}" sibTransId="{B375EEB4-54D8-4F73-9554-5618BFE9AD7D}"/>
    <dgm:cxn modelId="{66B1438B-88D7-4BD5-862E-CA5EC218EFCE}" type="presOf" srcId="{80DBCA81-53D0-46BD-9B45-21F81D543576}" destId="{907BE265-ED13-428F-8F71-9990EDD4CB93}" srcOrd="0" destOrd="0" presId="urn:microsoft.com/office/officeart/2005/8/layout/hierarchy2"/>
    <dgm:cxn modelId="{C0FD2854-D107-48ED-BFD5-6102093D6070}" type="presOf" srcId="{B417B99C-88AA-40B7-B89C-61194B9E8DF7}" destId="{243AB24E-49E3-4044-94FD-9B019D035A29}" srcOrd="0" destOrd="0" presId="urn:microsoft.com/office/officeart/2005/8/layout/hierarchy2"/>
    <dgm:cxn modelId="{84CAF63F-ED2F-454D-9CFC-2C42BD66170B}" srcId="{AAD125A3-291B-49FE-B0CC-90048F1F7051}" destId="{163368F3-674D-4B50-9220-62237137DAB4}" srcOrd="0" destOrd="0" parTransId="{21313212-4EE8-4984-8986-8E216381A893}" sibTransId="{252F2F0E-CB23-44BE-9D78-026A5BE5A5B2}"/>
    <dgm:cxn modelId="{E8D3A776-8B49-4AD2-AE42-C65C2EA18C36}" type="presOf" srcId="{CE0AB3B5-BA64-4DAF-9300-677FC9336F49}" destId="{9E0E2CBF-D529-49E8-AE82-7CAC1365038B}" srcOrd="0" destOrd="0" presId="urn:microsoft.com/office/officeart/2005/8/layout/hierarchy2"/>
    <dgm:cxn modelId="{2F506536-564B-479D-A8DF-A0712424ED67}" type="presOf" srcId="{21313212-4EE8-4984-8986-8E216381A893}" destId="{4B31CD97-4410-4558-AC8B-D1361A476D12}" srcOrd="0" destOrd="0" presId="urn:microsoft.com/office/officeart/2005/8/layout/hierarchy2"/>
    <dgm:cxn modelId="{C99DA5C7-ACBF-4FA3-BF97-BA52833AE276}" type="presOf" srcId="{21313212-4EE8-4984-8986-8E216381A893}" destId="{0614F360-8F3C-4319-BEC6-11B01A80D124}" srcOrd="1" destOrd="0" presId="urn:microsoft.com/office/officeart/2005/8/layout/hierarchy2"/>
    <dgm:cxn modelId="{DA525BCE-2A46-4A16-9BDD-575AFC37692C}" type="presOf" srcId="{AD593652-76B1-41E2-8342-EC5739C3E66F}" destId="{4DA77263-486D-4FEC-A9B2-607FBB4A17FD}" srcOrd="0" destOrd="0" presId="urn:microsoft.com/office/officeart/2005/8/layout/hierarchy2"/>
    <dgm:cxn modelId="{727317B6-2E6A-4A42-9375-FFBF1674DB7B}" type="presOf" srcId="{AF90DBFD-223F-46F6-A70F-7D852F36A686}" destId="{8FC0AAD0-00F6-4877-A01C-1DD9392874A6}" srcOrd="0" destOrd="0" presId="urn:microsoft.com/office/officeart/2005/8/layout/hierarchy2"/>
    <dgm:cxn modelId="{226E97AD-7F8E-4AF6-975A-B1BC0A00FDF2}" type="presOf" srcId="{163368F3-674D-4B50-9220-62237137DAB4}" destId="{01DA08FC-49E7-4F3E-AF07-EA49812FF5CF}" srcOrd="0" destOrd="0" presId="urn:microsoft.com/office/officeart/2005/8/layout/hierarchy2"/>
    <dgm:cxn modelId="{257D8355-F151-48B4-8084-BBA5AB2FC4B5}" srcId="{AF68A2CA-0643-4D31-9014-4E192367E3DC}" destId="{80DBCA81-53D0-46BD-9B45-21F81D543576}" srcOrd="0" destOrd="0" parTransId="{AF90DBFD-223F-46F6-A70F-7D852F36A686}" sibTransId="{E84D1B1A-FC5F-474C-BE21-95B85B792E60}"/>
    <dgm:cxn modelId="{2726573A-EBE2-49C9-A146-E0AC60769638}" type="presOf" srcId="{79188FF7-763F-4496-8727-41883D5A1E83}" destId="{7C68A74D-26D7-4D4E-BA35-C76E2695073B}" srcOrd="1" destOrd="0" presId="urn:microsoft.com/office/officeart/2005/8/layout/hierarchy2"/>
    <dgm:cxn modelId="{F55E0BA4-F1CA-4564-88CD-24CF9BE598D2}" type="presOf" srcId="{C0BD6617-1E87-44BF-ADBD-09C28D705AA8}" destId="{C417D19F-0348-4408-B84C-F2CA53EA1309}" srcOrd="0" destOrd="0" presId="urn:microsoft.com/office/officeart/2005/8/layout/hierarchy2"/>
    <dgm:cxn modelId="{22F6911C-B8E0-4AEB-B5C2-F52B9EA07B14}" type="presOf" srcId="{AF90DBFD-223F-46F6-A70F-7D852F36A686}" destId="{2A0DBAC8-C237-4AA0-9CFF-402B7B9FEDF0}" srcOrd="1" destOrd="0" presId="urn:microsoft.com/office/officeart/2005/8/layout/hierarchy2"/>
    <dgm:cxn modelId="{A35DA066-EFDF-4A05-997E-EDAB33F7877C}" srcId="{80DBCA81-53D0-46BD-9B45-21F81D543576}" destId="{AAD125A3-291B-49FE-B0CC-90048F1F7051}" srcOrd="0" destOrd="0" parTransId="{B417B99C-88AA-40B7-B89C-61194B9E8DF7}" sibTransId="{C937045E-8ED8-4243-85C5-C764B094A0A2}"/>
    <dgm:cxn modelId="{768B928D-5664-497D-92CC-BCEB55FE4491}" type="presParOf" srcId="{C417D19F-0348-4408-B84C-F2CA53EA1309}" destId="{A5DBF0C0-B48F-4905-AC3B-F91452735DF6}" srcOrd="0" destOrd="0" presId="urn:microsoft.com/office/officeart/2005/8/layout/hierarchy2"/>
    <dgm:cxn modelId="{1F57400B-6860-4679-B6C9-6A4170DD4D17}" type="presParOf" srcId="{A5DBF0C0-B48F-4905-AC3B-F91452735DF6}" destId="{A4336D52-F3C0-4D7E-8F76-14F15F505EED}" srcOrd="0" destOrd="0" presId="urn:microsoft.com/office/officeart/2005/8/layout/hierarchy2"/>
    <dgm:cxn modelId="{C7ABFA24-C03C-47F6-83D9-33AF413E26B5}" type="presParOf" srcId="{A5DBF0C0-B48F-4905-AC3B-F91452735DF6}" destId="{EA137C4C-8810-4051-B86F-C36C63409458}" srcOrd="1" destOrd="0" presId="urn:microsoft.com/office/officeart/2005/8/layout/hierarchy2"/>
    <dgm:cxn modelId="{F241A9B6-8DAB-4E37-8FCF-41C13329966D}" type="presParOf" srcId="{EA137C4C-8810-4051-B86F-C36C63409458}" destId="{8FC0AAD0-00F6-4877-A01C-1DD9392874A6}" srcOrd="0" destOrd="0" presId="urn:microsoft.com/office/officeart/2005/8/layout/hierarchy2"/>
    <dgm:cxn modelId="{0A85DF76-A3B8-40C6-87C6-E3A687F6FA27}" type="presParOf" srcId="{8FC0AAD0-00F6-4877-A01C-1DD9392874A6}" destId="{2A0DBAC8-C237-4AA0-9CFF-402B7B9FEDF0}" srcOrd="0" destOrd="0" presId="urn:microsoft.com/office/officeart/2005/8/layout/hierarchy2"/>
    <dgm:cxn modelId="{1028064F-22AA-4AE8-9523-7225F9E85E9C}" type="presParOf" srcId="{EA137C4C-8810-4051-B86F-C36C63409458}" destId="{C3A11FF7-CE30-4E54-8AD1-8DDFF145938C}" srcOrd="1" destOrd="0" presId="urn:microsoft.com/office/officeart/2005/8/layout/hierarchy2"/>
    <dgm:cxn modelId="{A6716959-BF19-419B-AB98-B42DAA225831}" type="presParOf" srcId="{C3A11FF7-CE30-4E54-8AD1-8DDFF145938C}" destId="{907BE265-ED13-428F-8F71-9990EDD4CB93}" srcOrd="0" destOrd="0" presId="urn:microsoft.com/office/officeart/2005/8/layout/hierarchy2"/>
    <dgm:cxn modelId="{42899705-F877-470E-BC1B-335C6119E8B0}" type="presParOf" srcId="{C3A11FF7-CE30-4E54-8AD1-8DDFF145938C}" destId="{928EFAE3-1A8D-467A-9A8E-248D01402313}" srcOrd="1" destOrd="0" presId="urn:microsoft.com/office/officeart/2005/8/layout/hierarchy2"/>
    <dgm:cxn modelId="{72ADB09D-2351-4CD9-B12D-E0CF83E74AFB}" type="presParOf" srcId="{928EFAE3-1A8D-467A-9A8E-248D01402313}" destId="{243AB24E-49E3-4044-94FD-9B019D035A29}" srcOrd="0" destOrd="0" presId="urn:microsoft.com/office/officeart/2005/8/layout/hierarchy2"/>
    <dgm:cxn modelId="{644AD222-CF89-4182-B96D-A8C1F29593AE}" type="presParOf" srcId="{243AB24E-49E3-4044-94FD-9B019D035A29}" destId="{699E677B-5D2F-42DE-989A-FB2BC8BD8BE4}" srcOrd="0" destOrd="0" presId="urn:microsoft.com/office/officeart/2005/8/layout/hierarchy2"/>
    <dgm:cxn modelId="{DEDBF182-9F20-46B2-A1F5-5B246650AE57}" type="presParOf" srcId="{928EFAE3-1A8D-467A-9A8E-248D01402313}" destId="{51AEFFDD-2568-4FCC-B26A-5D899BAC49BA}" srcOrd="1" destOrd="0" presId="urn:microsoft.com/office/officeart/2005/8/layout/hierarchy2"/>
    <dgm:cxn modelId="{6A540B08-9CBB-4DB3-90E4-02742BEB896B}" type="presParOf" srcId="{51AEFFDD-2568-4FCC-B26A-5D899BAC49BA}" destId="{0550ABA0-9979-4E19-A5EB-79BECA691607}" srcOrd="0" destOrd="0" presId="urn:microsoft.com/office/officeart/2005/8/layout/hierarchy2"/>
    <dgm:cxn modelId="{CA60FC22-A6B0-49C3-921E-A99C170A6955}" type="presParOf" srcId="{51AEFFDD-2568-4FCC-B26A-5D899BAC49BA}" destId="{58C83FF7-DF8B-41AC-957F-59B002532FAF}" srcOrd="1" destOrd="0" presId="urn:microsoft.com/office/officeart/2005/8/layout/hierarchy2"/>
    <dgm:cxn modelId="{E11D526A-6B2A-401D-B17A-F560C147F983}" type="presParOf" srcId="{58C83FF7-DF8B-41AC-957F-59B002532FAF}" destId="{4B31CD97-4410-4558-AC8B-D1361A476D12}" srcOrd="0" destOrd="0" presId="urn:microsoft.com/office/officeart/2005/8/layout/hierarchy2"/>
    <dgm:cxn modelId="{68844ABD-D223-438B-8B1D-B7A739082CE3}" type="presParOf" srcId="{4B31CD97-4410-4558-AC8B-D1361A476D12}" destId="{0614F360-8F3C-4319-BEC6-11B01A80D124}" srcOrd="0" destOrd="0" presId="urn:microsoft.com/office/officeart/2005/8/layout/hierarchy2"/>
    <dgm:cxn modelId="{AA2C3273-426D-41DF-8933-37AE72FFDA8E}" type="presParOf" srcId="{58C83FF7-DF8B-41AC-957F-59B002532FAF}" destId="{BE6763C2-6321-47D9-AFC3-31722B9DE497}" srcOrd="1" destOrd="0" presId="urn:microsoft.com/office/officeart/2005/8/layout/hierarchy2"/>
    <dgm:cxn modelId="{F22314EA-BE05-406C-AF26-6D112A26846B}" type="presParOf" srcId="{BE6763C2-6321-47D9-AFC3-31722B9DE497}" destId="{01DA08FC-49E7-4F3E-AF07-EA49812FF5CF}" srcOrd="0" destOrd="0" presId="urn:microsoft.com/office/officeart/2005/8/layout/hierarchy2"/>
    <dgm:cxn modelId="{BB4BAA18-F170-4F4C-99BE-5668544F322F}" type="presParOf" srcId="{BE6763C2-6321-47D9-AFC3-31722B9DE497}" destId="{06CBCDD3-6EE8-44A5-99F3-0A13FED285C8}" srcOrd="1" destOrd="0" presId="urn:microsoft.com/office/officeart/2005/8/layout/hierarchy2"/>
    <dgm:cxn modelId="{B8293DE2-0A47-4F8E-8323-C4F86323A204}" type="presParOf" srcId="{928EFAE3-1A8D-467A-9A8E-248D01402313}" destId="{E89B1281-9F6D-4BE4-9A63-11127CA3256E}" srcOrd="2" destOrd="0" presId="urn:microsoft.com/office/officeart/2005/8/layout/hierarchy2"/>
    <dgm:cxn modelId="{D7D805FA-B1A3-44A8-954F-D0EF4133022F}" type="presParOf" srcId="{E89B1281-9F6D-4BE4-9A63-11127CA3256E}" destId="{B267E880-F2ED-44D4-8839-F7BD89ABEDC9}" srcOrd="0" destOrd="0" presId="urn:microsoft.com/office/officeart/2005/8/layout/hierarchy2"/>
    <dgm:cxn modelId="{013B544F-DC33-4267-AF97-67924C57C08E}" type="presParOf" srcId="{928EFAE3-1A8D-467A-9A8E-248D01402313}" destId="{D4207733-77EE-4C82-AF52-9948FE9C2CB2}" srcOrd="3" destOrd="0" presId="urn:microsoft.com/office/officeart/2005/8/layout/hierarchy2"/>
    <dgm:cxn modelId="{4117B144-9A00-4844-9A28-F3955188C91B}" type="presParOf" srcId="{D4207733-77EE-4C82-AF52-9948FE9C2CB2}" destId="{7FF0EE5B-0911-48EA-AA13-80E34B6B3CC7}" srcOrd="0" destOrd="0" presId="urn:microsoft.com/office/officeart/2005/8/layout/hierarchy2"/>
    <dgm:cxn modelId="{785F0EE6-A214-46D9-A837-E3BFB0264CC3}" type="presParOf" srcId="{D4207733-77EE-4C82-AF52-9948FE9C2CB2}" destId="{B8DE38F1-48C6-40E6-B681-3FF73417152A}" srcOrd="1" destOrd="0" presId="urn:microsoft.com/office/officeart/2005/8/layout/hierarchy2"/>
    <dgm:cxn modelId="{B369B153-61E2-4246-9B6E-B4DB3B4AD7B8}" type="presParOf" srcId="{B8DE38F1-48C6-40E6-B681-3FF73417152A}" destId="{13A214C1-61F2-431E-B7E7-14CBC44CD7FD}" srcOrd="0" destOrd="0" presId="urn:microsoft.com/office/officeart/2005/8/layout/hierarchy2"/>
    <dgm:cxn modelId="{C126224B-CAF4-45BB-96D3-1235F7592487}" type="presParOf" srcId="{13A214C1-61F2-431E-B7E7-14CBC44CD7FD}" destId="{B2A5435C-3F7E-4BFF-8348-874038679DC0}" srcOrd="0" destOrd="0" presId="urn:microsoft.com/office/officeart/2005/8/layout/hierarchy2"/>
    <dgm:cxn modelId="{2950D140-581C-418D-8AF8-2B8FC3721F34}" type="presParOf" srcId="{B8DE38F1-48C6-40E6-B681-3FF73417152A}" destId="{0FDF4E81-9DF8-4C2F-BC10-49B364921386}" srcOrd="1" destOrd="0" presId="urn:microsoft.com/office/officeart/2005/8/layout/hierarchy2"/>
    <dgm:cxn modelId="{2F3B3597-26C4-404A-ADC7-F6D49F0C7988}" type="presParOf" srcId="{0FDF4E81-9DF8-4C2F-BC10-49B364921386}" destId="{4DA77263-486D-4FEC-A9B2-607FBB4A17FD}" srcOrd="0" destOrd="0" presId="urn:microsoft.com/office/officeart/2005/8/layout/hierarchy2"/>
    <dgm:cxn modelId="{F0630D77-DB4B-4414-9836-B36261BF9B8A}" type="presParOf" srcId="{0FDF4E81-9DF8-4C2F-BC10-49B364921386}" destId="{5C94B590-4F42-4112-899C-A4DBF669D57B}" srcOrd="1" destOrd="0" presId="urn:microsoft.com/office/officeart/2005/8/layout/hierarchy2"/>
    <dgm:cxn modelId="{50531446-FF31-4CC4-BD7D-F7B76E08F496}" type="presParOf" srcId="{EA137C4C-8810-4051-B86F-C36C63409458}" destId="{86012F3A-5F77-4C6A-859E-480F5F489854}" srcOrd="2" destOrd="0" presId="urn:microsoft.com/office/officeart/2005/8/layout/hierarchy2"/>
    <dgm:cxn modelId="{E8DA99E8-E459-471B-B318-D0206B0B41FE}" type="presParOf" srcId="{86012F3A-5F77-4C6A-859E-480F5F489854}" destId="{8707F659-BD09-4011-8231-8214197AB42D}" srcOrd="0" destOrd="0" presId="urn:microsoft.com/office/officeart/2005/8/layout/hierarchy2"/>
    <dgm:cxn modelId="{F682E766-ED40-49ED-AF8D-3BC887D7DF09}" type="presParOf" srcId="{EA137C4C-8810-4051-B86F-C36C63409458}" destId="{45DB5EA9-1649-4D5D-890E-D8522DDCD055}" srcOrd="3" destOrd="0" presId="urn:microsoft.com/office/officeart/2005/8/layout/hierarchy2"/>
    <dgm:cxn modelId="{15530585-88D5-4D7C-A364-7151BF9054E0}" type="presParOf" srcId="{45DB5EA9-1649-4D5D-890E-D8522DDCD055}" destId="{9E0E2CBF-D529-49E8-AE82-7CAC1365038B}" srcOrd="0" destOrd="0" presId="urn:microsoft.com/office/officeart/2005/8/layout/hierarchy2"/>
    <dgm:cxn modelId="{FA0F268A-259E-4BB6-8D57-F3CFBD574F8D}" type="presParOf" srcId="{45DB5EA9-1649-4D5D-890E-D8522DDCD055}" destId="{D94F6323-706D-4A0D-9FC6-AF13CBD2D530}" srcOrd="1" destOrd="0" presId="urn:microsoft.com/office/officeart/2005/8/layout/hierarchy2"/>
    <dgm:cxn modelId="{084FDE3A-806C-4BB2-9A62-05880AB225CD}" type="presParOf" srcId="{D94F6323-706D-4A0D-9FC6-AF13CBD2D530}" destId="{FD45E095-E608-4D12-8DD4-E51AA1294599}" srcOrd="0" destOrd="0" presId="urn:microsoft.com/office/officeart/2005/8/layout/hierarchy2"/>
    <dgm:cxn modelId="{6C88EF6C-D283-47EA-9FC7-748802EA6670}" type="presParOf" srcId="{FD45E095-E608-4D12-8DD4-E51AA1294599}" destId="{7C68A74D-26D7-4D4E-BA35-C76E2695073B}" srcOrd="0" destOrd="0" presId="urn:microsoft.com/office/officeart/2005/8/layout/hierarchy2"/>
    <dgm:cxn modelId="{BBBB6CE5-E4B5-439F-9A29-92358B1B1E70}" type="presParOf" srcId="{D94F6323-706D-4A0D-9FC6-AF13CBD2D530}" destId="{3612BE84-DBA3-45DE-ABA1-51949C5FFEDA}" srcOrd="1" destOrd="0" presId="urn:microsoft.com/office/officeart/2005/8/layout/hierarchy2"/>
    <dgm:cxn modelId="{AB9C0027-D640-41B3-9B34-D7494E42368E}" type="presParOf" srcId="{3612BE84-DBA3-45DE-ABA1-51949C5FFEDA}" destId="{0166E03B-AA05-497B-A6B9-DA37D6178241}" srcOrd="0" destOrd="0" presId="urn:microsoft.com/office/officeart/2005/8/layout/hierarchy2"/>
    <dgm:cxn modelId="{BBD2912C-1A48-476C-B85E-8CDF6BD01465}" type="presParOf" srcId="{3612BE84-DBA3-45DE-ABA1-51949C5FFEDA}" destId="{4F5EA83B-9AE6-4A38-96BA-376D834C447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7DF5FC-47FE-4BA4-823D-C8241D6C53FA}" type="doc">
      <dgm:prSet loTypeId="urn:microsoft.com/office/officeart/2008/layout/LinedLis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857FE67-D5CE-4D18-9DBA-AB936C6B421F}">
      <dgm:prSet phldrT="[文本]" custT="1"/>
      <dgm:spPr/>
      <dgm:t>
        <a:bodyPr anchor="ctr"/>
        <a:lstStyle/>
        <a:p>
          <a:r>
            <a:rPr lang="zh-CN" altLang="en-US" sz="2000" b="1" dirty="0" smtClean="0">
              <a:latin typeface="方正新书宋简体" panose="03000509000000000000" pitchFamily="65" charset="-122"/>
              <a:ea typeface="方正新书宋简体" panose="03000509000000000000" pitchFamily="65" charset="-122"/>
            </a:rPr>
            <a:t>原子物理学</a:t>
          </a:r>
          <a:endParaRPr lang="zh-CN" altLang="en-US" sz="2000" b="1" dirty="0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99F7425E-9D9D-47B6-BF29-C3DD41477646}" type="parTrans" cxnId="{443BE8D4-CD2F-44FD-8947-97EFD1095AFC}">
      <dgm:prSet/>
      <dgm:spPr/>
      <dgm:t>
        <a:bodyPr/>
        <a:lstStyle/>
        <a:p>
          <a:endParaRPr lang="zh-CN" altLang="en-US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BB50E4D6-C67B-4777-8494-9074E8B34591}" type="sibTrans" cxnId="{443BE8D4-CD2F-44FD-8947-97EFD1095AFC}">
      <dgm:prSet/>
      <dgm:spPr/>
      <dgm:t>
        <a:bodyPr/>
        <a:lstStyle/>
        <a:p>
          <a:endParaRPr lang="zh-CN" altLang="en-US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167DBB22-B1EE-4E15-806E-D8313A2C4D56}">
      <dgm:prSet phldrT="[文本]" custT="1"/>
      <dgm:spPr/>
      <dgm:t>
        <a:bodyPr anchor="ctr"/>
        <a:lstStyle/>
        <a:p>
          <a:r>
            <a:rPr lang="zh-CN" altLang="en-US" sz="2000" b="1" dirty="0" smtClean="0">
              <a:latin typeface="方正新书宋简体" panose="03000509000000000000" pitchFamily="65" charset="-122"/>
              <a:ea typeface="方正新书宋简体" panose="03000509000000000000" pitchFamily="65" charset="-122"/>
            </a:rPr>
            <a:t>实验层面</a:t>
          </a:r>
          <a:endParaRPr lang="zh-CN" altLang="en-US" sz="2000" b="1" dirty="0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5B36E4E0-3AE9-4800-A711-EAE1DEED67B5}" type="parTrans" cxnId="{048B82CF-0204-44D8-A3BE-313D6C42CAAC}">
      <dgm:prSet/>
      <dgm:spPr/>
      <dgm:t>
        <a:bodyPr/>
        <a:lstStyle/>
        <a:p>
          <a:endParaRPr lang="zh-CN" altLang="en-US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16CC8E7C-AEA8-4310-9E1E-FBA33AE424BD}" type="sibTrans" cxnId="{048B82CF-0204-44D8-A3BE-313D6C42CAAC}">
      <dgm:prSet/>
      <dgm:spPr/>
      <dgm:t>
        <a:bodyPr/>
        <a:lstStyle/>
        <a:p>
          <a:endParaRPr lang="zh-CN" altLang="en-US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40998040-0487-466A-905E-3939D5CCC156}">
      <dgm:prSet phldrT="[文本]" custT="1"/>
      <dgm:spPr/>
      <dgm:t>
        <a:bodyPr anchor="ctr"/>
        <a:lstStyle/>
        <a:p>
          <a:r>
            <a:rPr lang="zh-CN" altLang="en-US" sz="2000" b="1" dirty="0" smtClean="0">
              <a:latin typeface="方正新书宋简体" panose="03000509000000000000" pitchFamily="65" charset="-122"/>
              <a:ea typeface="方正新书宋简体" panose="03000509000000000000" pitchFamily="65" charset="-122"/>
            </a:rPr>
            <a:t>理论层面</a:t>
          </a:r>
          <a:endParaRPr lang="zh-CN" altLang="en-US" sz="2000" b="1" dirty="0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A2FAEA1F-5E1B-4DCA-B909-8E08A84E1610}" type="sibTrans" cxnId="{CA6407C8-1516-4C1F-8A2F-E7CA6694A3B2}">
      <dgm:prSet/>
      <dgm:spPr/>
      <dgm:t>
        <a:bodyPr/>
        <a:lstStyle/>
        <a:p>
          <a:endParaRPr lang="zh-CN" altLang="en-US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58C6BE96-70B7-46AB-B1B7-75041004D047}" type="parTrans" cxnId="{CA6407C8-1516-4C1F-8A2F-E7CA6694A3B2}">
      <dgm:prSet/>
      <dgm:spPr/>
      <dgm:t>
        <a:bodyPr/>
        <a:lstStyle/>
        <a:p>
          <a:endParaRPr lang="zh-CN" altLang="en-US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8CFB3EF2-629E-446A-9AE3-7945D0EA7CFD}">
      <dgm:prSet phldrT="[文本]" custT="1"/>
      <dgm:spPr/>
      <dgm:t>
        <a:bodyPr anchor="ctr"/>
        <a:lstStyle/>
        <a:p>
          <a:r>
            <a:rPr lang="zh-CN" altLang="en-US" sz="2000" b="1" dirty="0" smtClean="0">
              <a:latin typeface="方正新书宋简体" panose="03000509000000000000" pitchFamily="65" charset="-122"/>
              <a:ea typeface="方正新书宋简体" panose="03000509000000000000" pitchFamily="65" charset="-122"/>
            </a:rPr>
            <a:t>通过光谱、能谱等研究原子能级</a:t>
          </a:r>
          <a:endParaRPr lang="zh-CN" altLang="en-US" sz="2000" b="1" dirty="0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F7F94922-A26D-4F45-9273-5FE9F2945CAF}" type="parTrans" cxnId="{43EEF8FC-FCE9-48D2-8525-CC01C5B379DA}">
      <dgm:prSet/>
      <dgm:spPr/>
      <dgm:t>
        <a:bodyPr/>
        <a:lstStyle/>
        <a:p>
          <a:endParaRPr lang="zh-CN" altLang="en-US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69552495-1107-406D-AD9E-138540E2DB36}" type="sibTrans" cxnId="{43EEF8FC-FCE9-48D2-8525-CC01C5B379DA}">
      <dgm:prSet/>
      <dgm:spPr/>
      <dgm:t>
        <a:bodyPr/>
        <a:lstStyle/>
        <a:p>
          <a:endParaRPr lang="zh-CN" altLang="en-US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84A8C08E-CB71-4CC1-B261-FB48A3A45B5A}">
      <dgm:prSet phldrT="[文本]" custT="1"/>
      <dgm:spPr/>
      <dgm:t>
        <a:bodyPr anchor="ctr"/>
        <a:lstStyle/>
        <a:p>
          <a:r>
            <a:rPr lang="zh-CN" altLang="en-US" sz="2000" b="1" dirty="0" smtClean="0">
              <a:latin typeface="方正新书宋简体" panose="03000509000000000000" pitchFamily="65" charset="-122"/>
              <a:ea typeface="方正新书宋简体" panose="03000509000000000000" pitchFamily="65" charset="-122"/>
            </a:rPr>
            <a:t>通过原子能级研究原子的结构及其运动规律</a:t>
          </a:r>
          <a:endParaRPr lang="zh-CN" altLang="en-US" sz="2000" b="1" dirty="0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ECDE29DC-BC92-4A1B-9EBE-C0E33DFE3A46}" type="parTrans" cxnId="{E51C8B25-6732-4E0A-82A9-54A9CAF35732}">
      <dgm:prSet/>
      <dgm:spPr/>
      <dgm:t>
        <a:bodyPr/>
        <a:lstStyle/>
        <a:p>
          <a:endParaRPr lang="zh-CN" altLang="en-US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35044B0D-F439-4AA5-B955-7D251782E750}" type="sibTrans" cxnId="{E51C8B25-6732-4E0A-82A9-54A9CAF35732}">
      <dgm:prSet/>
      <dgm:spPr/>
      <dgm:t>
        <a:bodyPr/>
        <a:lstStyle/>
        <a:p>
          <a:endParaRPr lang="zh-CN" altLang="en-US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gm:t>
    </dgm:pt>
    <dgm:pt modelId="{2793D554-8E05-49FB-984C-42DCB2959E79}" type="pres">
      <dgm:prSet presAssocID="{FD7DF5FC-47FE-4BA4-823D-C8241D6C53FA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6700B822-12F5-4D2A-B9E1-B33B2C88A61E}" type="pres">
      <dgm:prSet presAssocID="{1857FE67-D5CE-4D18-9DBA-AB936C6B421F}" presName="thickLine" presStyleLbl="alignNode1" presStyleIdx="0" presStyleCnt="1"/>
      <dgm:spPr/>
    </dgm:pt>
    <dgm:pt modelId="{A8642B19-0D2C-41DC-B496-B4767E7FDB06}" type="pres">
      <dgm:prSet presAssocID="{1857FE67-D5CE-4D18-9DBA-AB936C6B421F}" presName="horz1" presStyleCnt="0"/>
      <dgm:spPr/>
    </dgm:pt>
    <dgm:pt modelId="{1073F2B6-B73E-4B53-B2C1-68E32CC41483}" type="pres">
      <dgm:prSet presAssocID="{1857FE67-D5CE-4D18-9DBA-AB936C6B421F}" presName="tx1" presStyleLbl="revTx" presStyleIdx="0" presStyleCnt="5"/>
      <dgm:spPr/>
      <dgm:t>
        <a:bodyPr/>
        <a:lstStyle/>
        <a:p>
          <a:endParaRPr lang="zh-CN" altLang="en-US"/>
        </a:p>
      </dgm:t>
    </dgm:pt>
    <dgm:pt modelId="{1C8C07FB-A1BA-4B82-9CBD-4CA39B06E008}" type="pres">
      <dgm:prSet presAssocID="{1857FE67-D5CE-4D18-9DBA-AB936C6B421F}" presName="vert1" presStyleCnt="0"/>
      <dgm:spPr/>
    </dgm:pt>
    <dgm:pt modelId="{F5AC2139-BA07-4C9A-82B2-EC09EFF38321}" type="pres">
      <dgm:prSet presAssocID="{40998040-0487-466A-905E-3939D5CCC156}" presName="vertSpace2a" presStyleCnt="0"/>
      <dgm:spPr/>
    </dgm:pt>
    <dgm:pt modelId="{6FB30987-7D9E-4997-9C34-C7A15DBDE65B}" type="pres">
      <dgm:prSet presAssocID="{40998040-0487-466A-905E-3939D5CCC156}" presName="horz2" presStyleCnt="0"/>
      <dgm:spPr/>
    </dgm:pt>
    <dgm:pt modelId="{D06A4209-4178-4CAB-B568-6133F7DB9BB6}" type="pres">
      <dgm:prSet presAssocID="{40998040-0487-466A-905E-3939D5CCC156}" presName="horzSpace2" presStyleCnt="0"/>
      <dgm:spPr/>
    </dgm:pt>
    <dgm:pt modelId="{18DF020D-BC19-4EC8-94B0-1F550D4F2A9C}" type="pres">
      <dgm:prSet presAssocID="{40998040-0487-466A-905E-3939D5CCC156}" presName="tx2" presStyleLbl="revTx" presStyleIdx="1" presStyleCnt="5" custScaleX="46874"/>
      <dgm:spPr/>
      <dgm:t>
        <a:bodyPr/>
        <a:lstStyle/>
        <a:p>
          <a:endParaRPr lang="zh-CN" altLang="en-US"/>
        </a:p>
      </dgm:t>
    </dgm:pt>
    <dgm:pt modelId="{3DC0BCC5-8180-4795-AE42-D72CA7659CBB}" type="pres">
      <dgm:prSet presAssocID="{40998040-0487-466A-905E-3939D5CCC156}" presName="vert2" presStyleCnt="0"/>
      <dgm:spPr/>
    </dgm:pt>
    <dgm:pt modelId="{DAC95DE3-5A69-4C49-9B63-6DD11E977A28}" type="pres">
      <dgm:prSet presAssocID="{84A8C08E-CB71-4CC1-B261-FB48A3A45B5A}" presName="horz3" presStyleCnt="0"/>
      <dgm:spPr/>
    </dgm:pt>
    <dgm:pt modelId="{58B755F0-1832-4AC2-9BA1-1F86DFD38B1E}" type="pres">
      <dgm:prSet presAssocID="{84A8C08E-CB71-4CC1-B261-FB48A3A45B5A}" presName="horzSpace3" presStyleCnt="0"/>
      <dgm:spPr/>
    </dgm:pt>
    <dgm:pt modelId="{16F08C37-36A1-491B-A5ED-0FDEBF5DEBFC}" type="pres">
      <dgm:prSet presAssocID="{84A8C08E-CB71-4CC1-B261-FB48A3A45B5A}" presName="tx3" presStyleLbl="revTx" presStyleIdx="2" presStyleCnt="5" custScaleX="152168"/>
      <dgm:spPr/>
      <dgm:t>
        <a:bodyPr/>
        <a:lstStyle/>
        <a:p>
          <a:endParaRPr lang="zh-CN" altLang="en-US"/>
        </a:p>
      </dgm:t>
    </dgm:pt>
    <dgm:pt modelId="{46E3697D-C78F-4A6D-AC51-C789371E3E89}" type="pres">
      <dgm:prSet presAssocID="{84A8C08E-CB71-4CC1-B261-FB48A3A45B5A}" presName="vert3" presStyleCnt="0"/>
      <dgm:spPr/>
    </dgm:pt>
    <dgm:pt modelId="{49E8B248-4E0E-49C3-8B1E-C840ABFFB0BC}" type="pres">
      <dgm:prSet presAssocID="{40998040-0487-466A-905E-3939D5CCC156}" presName="thinLine2b" presStyleLbl="callout" presStyleIdx="0" presStyleCnt="2"/>
      <dgm:spPr/>
    </dgm:pt>
    <dgm:pt modelId="{3727CCA6-09D2-4643-9C1B-A6EC85852F91}" type="pres">
      <dgm:prSet presAssocID="{40998040-0487-466A-905E-3939D5CCC156}" presName="vertSpace2b" presStyleCnt="0"/>
      <dgm:spPr/>
    </dgm:pt>
    <dgm:pt modelId="{3A9865A2-C856-47AC-8CE4-EB863DFB5922}" type="pres">
      <dgm:prSet presAssocID="{167DBB22-B1EE-4E15-806E-D8313A2C4D56}" presName="horz2" presStyleCnt="0"/>
      <dgm:spPr/>
    </dgm:pt>
    <dgm:pt modelId="{42E57736-C915-4207-A869-447600ABB251}" type="pres">
      <dgm:prSet presAssocID="{167DBB22-B1EE-4E15-806E-D8313A2C4D56}" presName="horzSpace2" presStyleCnt="0"/>
      <dgm:spPr/>
    </dgm:pt>
    <dgm:pt modelId="{F4852312-2E2B-46C3-B084-9401BAC84D10}" type="pres">
      <dgm:prSet presAssocID="{167DBB22-B1EE-4E15-806E-D8313A2C4D56}" presName="tx2" presStyleLbl="revTx" presStyleIdx="3" presStyleCnt="5" custScaleX="47605"/>
      <dgm:spPr/>
      <dgm:t>
        <a:bodyPr/>
        <a:lstStyle/>
        <a:p>
          <a:endParaRPr lang="zh-CN" altLang="en-US"/>
        </a:p>
      </dgm:t>
    </dgm:pt>
    <dgm:pt modelId="{BE9426FC-52BA-4AB5-A4BF-1684777EE854}" type="pres">
      <dgm:prSet presAssocID="{167DBB22-B1EE-4E15-806E-D8313A2C4D56}" presName="vert2" presStyleCnt="0"/>
      <dgm:spPr/>
    </dgm:pt>
    <dgm:pt modelId="{486C3A1C-655A-4F49-BCBB-95AE935198FD}" type="pres">
      <dgm:prSet presAssocID="{8CFB3EF2-629E-446A-9AE3-7945D0EA7CFD}" presName="horz3" presStyleCnt="0"/>
      <dgm:spPr/>
    </dgm:pt>
    <dgm:pt modelId="{A521ABE6-59FE-462B-B345-CE703E10FB9A}" type="pres">
      <dgm:prSet presAssocID="{8CFB3EF2-629E-446A-9AE3-7945D0EA7CFD}" presName="horzSpace3" presStyleCnt="0"/>
      <dgm:spPr/>
    </dgm:pt>
    <dgm:pt modelId="{C68E08F1-AE14-452C-BC93-F3D1D4B65CB7}" type="pres">
      <dgm:prSet presAssocID="{8CFB3EF2-629E-446A-9AE3-7945D0EA7CFD}" presName="tx3" presStyleLbl="revTx" presStyleIdx="4" presStyleCnt="5" custScaleX="151437"/>
      <dgm:spPr/>
      <dgm:t>
        <a:bodyPr/>
        <a:lstStyle/>
        <a:p>
          <a:endParaRPr lang="zh-CN" altLang="en-US"/>
        </a:p>
      </dgm:t>
    </dgm:pt>
    <dgm:pt modelId="{836FC01F-77FC-4758-A44A-06015E50F329}" type="pres">
      <dgm:prSet presAssocID="{8CFB3EF2-629E-446A-9AE3-7945D0EA7CFD}" presName="vert3" presStyleCnt="0"/>
      <dgm:spPr/>
    </dgm:pt>
    <dgm:pt modelId="{6A2DF364-D6F7-4A07-A45D-9FD3A2366C53}" type="pres">
      <dgm:prSet presAssocID="{167DBB22-B1EE-4E15-806E-D8313A2C4D56}" presName="thinLine2b" presStyleLbl="callout" presStyleIdx="1" presStyleCnt="2"/>
      <dgm:spPr/>
    </dgm:pt>
    <dgm:pt modelId="{419F1057-DF83-4FF7-9152-DEBE4EF07E8F}" type="pres">
      <dgm:prSet presAssocID="{167DBB22-B1EE-4E15-806E-D8313A2C4D56}" presName="vertSpace2b" presStyleCnt="0"/>
      <dgm:spPr/>
    </dgm:pt>
  </dgm:ptLst>
  <dgm:cxnLst>
    <dgm:cxn modelId="{8297A019-868E-403E-8D19-DF9F769633BD}" type="presOf" srcId="{40998040-0487-466A-905E-3939D5CCC156}" destId="{18DF020D-BC19-4EC8-94B0-1F550D4F2A9C}" srcOrd="0" destOrd="0" presId="urn:microsoft.com/office/officeart/2008/layout/LinedList"/>
    <dgm:cxn modelId="{43EEF8FC-FCE9-48D2-8525-CC01C5B379DA}" srcId="{167DBB22-B1EE-4E15-806E-D8313A2C4D56}" destId="{8CFB3EF2-629E-446A-9AE3-7945D0EA7CFD}" srcOrd="0" destOrd="0" parTransId="{F7F94922-A26D-4F45-9273-5FE9F2945CAF}" sibTransId="{69552495-1107-406D-AD9E-138540E2DB36}"/>
    <dgm:cxn modelId="{CA6407C8-1516-4C1F-8A2F-E7CA6694A3B2}" srcId="{1857FE67-D5CE-4D18-9DBA-AB936C6B421F}" destId="{40998040-0487-466A-905E-3939D5CCC156}" srcOrd="0" destOrd="0" parTransId="{58C6BE96-70B7-46AB-B1B7-75041004D047}" sibTransId="{A2FAEA1F-5E1B-4DCA-B909-8E08A84E1610}"/>
    <dgm:cxn modelId="{7A96EDD3-C079-42EE-BD92-72C5ECD8A0D3}" type="presOf" srcId="{FD7DF5FC-47FE-4BA4-823D-C8241D6C53FA}" destId="{2793D554-8E05-49FB-984C-42DCB2959E79}" srcOrd="0" destOrd="0" presId="urn:microsoft.com/office/officeart/2008/layout/LinedList"/>
    <dgm:cxn modelId="{F41F9C30-15CD-45BF-9CE2-D14E613D59D1}" type="presOf" srcId="{84A8C08E-CB71-4CC1-B261-FB48A3A45B5A}" destId="{16F08C37-36A1-491B-A5ED-0FDEBF5DEBFC}" srcOrd="0" destOrd="0" presId="urn:microsoft.com/office/officeart/2008/layout/LinedList"/>
    <dgm:cxn modelId="{E51C8B25-6732-4E0A-82A9-54A9CAF35732}" srcId="{40998040-0487-466A-905E-3939D5CCC156}" destId="{84A8C08E-CB71-4CC1-B261-FB48A3A45B5A}" srcOrd="0" destOrd="0" parTransId="{ECDE29DC-BC92-4A1B-9EBE-C0E33DFE3A46}" sibTransId="{35044B0D-F439-4AA5-B955-7D251782E750}"/>
    <dgm:cxn modelId="{D1ABFA5D-DE39-477A-A02E-6D5F734CFE47}" type="presOf" srcId="{1857FE67-D5CE-4D18-9DBA-AB936C6B421F}" destId="{1073F2B6-B73E-4B53-B2C1-68E32CC41483}" srcOrd="0" destOrd="0" presId="urn:microsoft.com/office/officeart/2008/layout/LinedList"/>
    <dgm:cxn modelId="{E1EF7146-4A7E-4478-8199-9FCF7BE5AAD1}" type="presOf" srcId="{8CFB3EF2-629E-446A-9AE3-7945D0EA7CFD}" destId="{C68E08F1-AE14-452C-BC93-F3D1D4B65CB7}" srcOrd="0" destOrd="0" presId="urn:microsoft.com/office/officeart/2008/layout/LinedList"/>
    <dgm:cxn modelId="{E731B49F-A6FC-4206-B36B-784FD8549279}" type="presOf" srcId="{167DBB22-B1EE-4E15-806E-D8313A2C4D56}" destId="{F4852312-2E2B-46C3-B084-9401BAC84D10}" srcOrd="0" destOrd="0" presId="urn:microsoft.com/office/officeart/2008/layout/LinedList"/>
    <dgm:cxn modelId="{048B82CF-0204-44D8-A3BE-313D6C42CAAC}" srcId="{1857FE67-D5CE-4D18-9DBA-AB936C6B421F}" destId="{167DBB22-B1EE-4E15-806E-D8313A2C4D56}" srcOrd="1" destOrd="0" parTransId="{5B36E4E0-3AE9-4800-A711-EAE1DEED67B5}" sibTransId="{16CC8E7C-AEA8-4310-9E1E-FBA33AE424BD}"/>
    <dgm:cxn modelId="{443BE8D4-CD2F-44FD-8947-97EFD1095AFC}" srcId="{FD7DF5FC-47FE-4BA4-823D-C8241D6C53FA}" destId="{1857FE67-D5CE-4D18-9DBA-AB936C6B421F}" srcOrd="0" destOrd="0" parTransId="{99F7425E-9D9D-47B6-BF29-C3DD41477646}" sibTransId="{BB50E4D6-C67B-4777-8494-9074E8B34591}"/>
    <dgm:cxn modelId="{6EC9A027-8947-437B-B96A-FAA8CA3BB02C}" type="presParOf" srcId="{2793D554-8E05-49FB-984C-42DCB2959E79}" destId="{6700B822-12F5-4D2A-B9E1-B33B2C88A61E}" srcOrd="0" destOrd="0" presId="urn:microsoft.com/office/officeart/2008/layout/LinedList"/>
    <dgm:cxn modelId="{CF02EA56-597B-4254-AC7F-934FDDA0B0C7}" type="presParOf" srcId="{2793D554-8E05-49FB-984C-42DCB2959E79}" destId="{A8642B19-0D2C-41DC-B496-B4767E7FDB06}" srcOrd="1" destOrd="0" presId="urn:microsoft.com/office/officeart/2008/layout/LinedList"/>
    <dgm:cxn modelId="{80B77861-DF37-4A31-9021-FB129DD86355}" type="presParOf" srcId="{A8642B19-0D2C-41DC-B496-B4767E7FDB06}" destId="{1073F2B6-B73E-4B53-B2C1-68E32CC41483}" srcOrd="0" destOrd="0" presId="urn:microsoft.com/office/officeart/2008/layout/LinedList"/>
    <dgm:cxn modelId="{6048D69F-F08D-4D6A-A29D-990B932ABE17}" type="presParOf" srcId="{A8642B19-0D2C-41DC-B496-B4767E7FDB06}" destId="{1C8C07FB-A1BA-4B82-9CBD-4CA39B06E008}" srcOrd="1" destOrd="0" presId="urn:microsoft.com/office/officeart/2008/layout/LinedList"/>
    <dgm:cxn modelId="{FA027DF9-E568-426C-A477-9E2C765DBA66}" type="presParOf" srcId="{1C8C07FB-A1BA-4B82-9CBD-4CA39B06E008}" destId="{F5AC2139-BA07-4C9A-82B2-EC09EFF38321}" srcOrd="0" destOrd="0" presId="urn:microsoft.com/office/officeart/2008/layout/LinedList"/>
    <dgm:cxn modelId="{2C606F34-5AEF-437A-B3DA-00022DE73A8B}" type="presParOf" srcId="{1C8C07FB-A1BA-4B82-9CBD-4CA39B06E008}" destId="{6FB30987-7D9E-4997-9C34-C7A15DBDE65B}" srcOrd="1" destOrd="0" presId="urn:microsoft.com/office/officeart/2008/layout/LinedList"/>
    <dgm:cxn modelId="{DE88EDC6-B176-422A-AFC9-073F1387EE3A}" type="presParOf" srcId="{6FB30987-7D9E-4997-9C34-C7A15DBDE65B}" destId="{D06A4209-4178-4CAB-B568-6133F7DB9BB6}" srcOrd="0" destOrd="0" presId="urn:microsoft.com/office/officeart/2008/layout/LinedList"/>
    <dgm:cxn modelId="{04596B15-C092-4AE3-B968-483C53C2DFE1}" type="presParOf" srcId="{6FB30987-7D9E-4997-9C34-C7A15DBDE65B}" destId="{18DF020D-BC19-4EC8-94B0-1F550D4F2A9C}" srcOrd="1" destOrd="0" presId="urn:microsoft.com/office/officeart/2008/layout/LinedList"/>
    <dgm:cxn modelId="{79750037-C854-4E95-ADC9-3F5ABE69B2C7}" type="presParOf" srcId="{6FB30987-7D9E-4997-9C34-C7A15DBDE65B}" destId="{3DC0BCC5-8180-4795-AE42-D72CA7659CBB}" srcOrd="2" destOrd="0" presId="urn:microsoft.com/office/officeart/2008/layout/LinedList"/>
    <dgm:cxn modelId="{4B097181-8829-4335-BF8E-D1F83947358E}" type="presParOf" srcId="{3DC0BCC5-8180-4795-AE42-D72CA7659CBB}" destId="{DAC95DE3-5A69-4C49-9B63-6DD11E977A28}" srcOrd="0" destOrd="0" presId="urn:microsoft.com/office/officeart/2008/layout/LinedList"/>
    <dgm:cxn modelId="{BD37C9B6-FF74-4668-BA26-8FF3FAEC4EC7}" type="presParOf" srcId="{DAC95DE3-5A69-4C49-9B63-6DD11E977A28}" destId="{58B755F0-1832-4AC2-9BA1-1F86DFD38B1E}" srcOrd="0" destOrd="0" presId="urn:microsoft.com/office/officeart/2008/layout/LinedList"/>
    <dgm:cxn modelId="{FF047A35-7B77-4878-9560-2465C4F3C5C8}" type="presParOf" srcId="{DAC95DE3-5A69-4C49-9B63-6DD11E977A28}" destId="{16F08C37-36A1-491B-A5ED-0FDEBF5DEBFC}" srcOrd="1" destOrd="0" presId="urn:microsoft.com/office/officeart/2008/layout/LinedList"/>
    <dgm:cxn modelId="{AF8EDB81-D81F-405C-99DC-9B69950B3ACB}" type="presParOf" srcId="{DAC95DE3-5A69-4C49-9B63-6DD11E977A28}" destId="{46E3697D-C78F-4A6D-AC51-C789371E3E89}" srcOrd="2" destOrd="0" presId="urn:microsoft.com/office/officeart/2008/layout/LinedList"/>
    <dgm:cxn modelId="{E580861F-CA5C-4C22-95A7-363AAFF16721}" type="presParOf" srcId="{1C8C07FB-A1BA-4B82-9CBD-4CA39B06E008}" destId="{49E8B248-4E0E-49C3-8B1E-C840ABFFB0BC}" srcOrd="2" destOrd="0" presId="urn:microsoft.com/office/officeart/2008/layout/LinedList"/>
    <dgm:cxn modelId="{8932B544-AFAA-4DDB-90D6-4EB9CDFD8DC1}" type="presParOf" srcId="{1C8C07FB-A1BA-4B82-9CBD-4CA39B06E008}" destId="{3727CCA6-09D2-4643-9C1B-A6EC85852F91}" srcOrd="3" destOrd="0" presId="urn:microsoft.com/office/officeart/2008/layout/LinedList"/>
    <dgm:cxn modelId="{D73E35A4-6399-452B-8929-B1E211241104}" type="presParOf" srcId="{1C8C07FB-A1BA-4B82-9CBD-4CA39B06E008}" destId="{3A9865A2-C856-47AC-8CE4-EB863DFB5922}" srcOrd="4" destOrd="0" presId="urn:microsoft.com/office/officeart/2008/layout/LinedList"/>
    <dgm:cxn modelId="{9449A296-A38F-4AD3-86D7-5913EB089490}" type="presParOf" srcId="{3A9865A2-C856-47AC-8CE4-EB863DFB5922}" destId="{42E57736-C915-4207-A869-447600ABB251}" srcOrd="0" destOrd="0" presId="urn:microsoft.com/office/officeart/2008/layout/LinedList"/>
    <dgm:cxn modelId="{503B91FB-F7BF-4A29-B989-9902461D4255}" type="presParOf" srcId="{3A9865A2-C856-47AC-8CE4-EB863DFB5922}" destId="{F4852312-2E2B-46C3-B084-9401BAC84D10}" srcOrd="1" destOrd="0" presId="urn:microsoft.com/office/officeart/2008/layout/LinedList"/>
    <dgm:cxn modelId="{DA880E00-7297-4823-AAC8-FCB6E8CF044A}" type="presParOf" srcId="{3A9865A2-C856-47AC-8CE4-EB863DFB5922}" destId="{BE9426FC-52BA-4AB5-A4BF-1684777EE854}" srcOrd="2" destOrd="0" presId="urn:microsoft.com/office/officeart/2008/layout/LinedList"/>
    <dgm:cxn modelId="{7649681F-4115-42B8-B36D-66B70F62DAAF}" type="presParOf" srcId="{BE9426FC-52BA-4AB5-A4BF-1684777EE854}" destId="{486C3A1C-655A-4F49-BCBB-95AE935198FD}" srcOrd="0" destOrd="0" presId="urn:microsoft.com/office/officeart/2008/layout/LinedList"/>
    <dgm:cxn modelId="{640C0164-177A-4645-B365-458AAF62CFBD}" type="presParOf" srcId="{486C3A1C-655A-4F49-BCBB-95AE935198FD}" destId="{A521ABE6-59FE-462B-B345-CE703E10FB9A}" srcOrd="0" destOrd="0" presId="urn:microsoft.com/office/officeart/2008/layout/LinedList"/>
    <dgm:cxn modelId="{DA7D23A6-4D10-40C4-898C-08A8345FAC46}" type="presParOf" srcId="{486C3A1C-655A-4F49-BCBB-95AE935198FD}" destId="{C68E08F1-AE14-452C-BC93-F3D1D4B65CB7}" srcOrd="1" destOrd="0" presId="urn:microsoft.com/office/officeart/2008/layout/LinedList"/>
    <dgm:cxn modelId="{194A3760-FBB4-4131-9673-36614B4CFE46}" type="presParOf" srcId="{486C3A1C-655A-4F49-BCBB-95AE935198FD}" destId="{836FC01F-77FC-4758-A44A-06015E50F329}" srcOrd="2" destOrd="0" presId="urn:microsoft.com/office/officeart/2008/layout/LinedList"/>
    <dgm:cxn modelId="{A8566B01-00F8-4BDE-AB80-480EB1D43B9C}" type="presParOf" srcId="{1C8C07FB-A1BA-4B82-9CBD-4CA39B06E008}" destId="{6A2DF364-D6F7-4A07-A45D-9FD3A2366C53}" srcOrd="5" destOrd="0" presId="urn:microsoft.com/office/officeart/2008/layout/LinedList"/>
    <dgm:cxn modelId="{BA3E3551-48DD-4B79-A709-BF8603704991}" type="presParOf" srcId="{1C8C07FB-A1BA-4B82-9CBD-4CA39B06E008}" destId="{419F1057-DF83-4FF7-9152-DEBE4EF07E8F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336D52-F3C0-4D7E-8F76-14F15F505EED}">
      <dsp:nvSpPr>
        <dsp:cNvPr id="0" name=""/>
        <dsp:cNvSpPr/>
      </dsp:nvSpPr>
      <dsp:spPr>
        <a:xfrm>
          <a:off x="3448" y="2062177"/>
          <a:ext cx="2224451" cy="11122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近代物理学</a:t>
          </a:r>
          <a:endParaRPr lang="zh-CN" altLang="en-US" sz="2000" b="1" kern="1200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36024" y="2094753"/>
        <a:ext cx="2159299" cy="1047073"/>
      </dsp:txXfrm>
    </dsp:sp>
    <dsp:sp modelId="{8FC0AAD0-00F6-4877-A01C-1DD9392874A6}">
      <dsp:nvSpPr>
        <dsp:cNvPr id="0" name=""/>
        <dsp:cNvSpPr/>
      </dsp:nvSpPr>
      <dsp:spPr>
        <a:xfrm rot="18770822">
          <a:off x="2018582" y="2116868"/>
          <a:ext cx="1308417" cy="43549"/>
        </a:xfrm>
        <a:custGeom>
          <a:avLst/>
          <a:gdLst/>
          <a:ahLst/>
          <a:cxnLst/>
          <a:rect l="0" t="0" r="0" b="0"/>
          <a:pathLst>
            <a:path>
              <a:moveTo>
                <a:pt x="0" y="21774"/>
              </a:moveTo>
              <a:lnTo>
                <a:pt x="1308417" y="217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b="1" kern="120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2640080" y="2105932"/>
        <a:ext cx="65420" cy="65420"/>
      </dsp:txXfrm>
    </dsp:sp>
    <dsp:sp modelId="{907BE265-ED13-428F-8F71-9990EDD4CB93}">
      <dsp:nvSpPr>
        <dsp:cNvPr id="0" name=""/>
        <dsp:cNvSpPr/>
      </dsp:nvSpPr>
      <dsp:spPr>
        <a:xfrm>
          <a:off x="3117681" y="1102882"/>
          <a:ext cx="2224451" cy="11122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相对论</a:t>
          </a:r>
          <a:endParaRPr lang="zh-CN" altLang="en-US" sz="2000" b="1" kern="1200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3150257" y="1135458"/>
        <a:ext cx="2159299" cy="1047073"/>
      </dsp:txXfrm>
    </dsp:sp>
    <dsp:sp modelId="{243AB24E-49E3-4044-94FD-9B019D035A29}">
      <dsp:nvSpPr>
        <dsp:cNvPr id="0" name=""/>
        <dsp:cNvSpPr/>
      </dsp:nvSpPr>
      <dsp:spPr>
        <a:xfrm rot="19457599">
          <a:off x="5239139" y="1317455"/>
          <a:ext cx="1095768" cy="43549"/>
        </a:xfrm>
        <a:custGeom>
          <a:avLst/>
          <a:gdLst/>
          <a:ahLst/>
          <a:cxnLst/>
          <a:rect l="0" t="0" r="0" b="0"/>
          <a:pathLst>
            <a:path>
              <a:moveTo>
                <a:pt x="0" y="21774"/>
              </a:moveTo>
              <a:lnTo>
                <a:pt x="1095768" y="217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b="1" kern="120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5759629" y="1311836"/>
        <a:ext cx="54788" cy="54788"/>
      </dsp:txXfrm>
    </dsp:sp>
    <dsp:sp modelId="{0550ABA0-9979-4E19-A5EB-79BECA691607}">
      <dsp:nvSpPr>
        <dsp:cNvPr id="0" name=""/>
        <dsp:cNvSpPr/>
      </dsp:nvSpPr>
      <dsp:spPr>
        <a:xfrm>
          <a:off x="6231914" y="463352"/>
          <a:ext cx="2224451" cy="11122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狭义相对论</a:t>
          </a:r>
          <a:endParaRPr lang="zh-CN" altLang="en-US" sz="2000" b="1" kern="1200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6264490" y="495928"/>
        <a:ext cx="2159299" cy="1047073"/>
      </dsp:txXfrm>
    </dsp:sp>
    <dsp:sp modelId="{4B31CD97-4410-4558-AC8B-D1361A476D12}">
      <dsp:nvSpPr>
        <dsp:cNvPr id="0" name=""/>
        <dsp:cNvSpPr/>
      </dsp:nvSpPr>
      <dsp:spPr>
        <a:xfrm>
          <a:off x="8456366" y="997690"/>
          <a:ext cx="889780" cy="43549"/>
        </a:xfrm>
        <a:custGeom>
          <a:avLst/>
          <a:gdLst/>
          <a:ahLst/>
          <a:cxnLst/>
          <a:rect l="0" t="0" r="0" b="0"/>
          <a:pathLst>
            <a:path>
              <a:moveTo>
                <a:pt x="0" y="21774"/>
              </a:moveTo>
              <a:lnTo>
                <a:pt x="889780" y="217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b="1" kern="120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8879012" y="997221"/>
        <a:ext cx="44489" cy="44489"/>
      </dsp:txXfrm>
    </dsp:sp>
    <dsp:sp modelId="{01DA08FC-49E7-4F3E-AF07-EA49812FF5CF}">
      <dsp:nvSpPr>
        <dsp:cNvPr id="0" name=""/>
        <dsp:cNvSpPr/>
      </dsp:nvSpPr>
      <dsp:spPr>
        <a:xfrm>
          <a:off x="9346147" y="463352"/>
          <a:ext cx="2224451" cy="11122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关于时间、空间、运动及其相互关系的理论</a:t>
          </a:r>
          <a:endParaRPr lang="zh-CN" altLang="en-US" sz="2000" b="1" kern="1200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9378723" y="495928"/>
        <a:ext cx="2159299" cy="1047073"/>
      </dsp:txXfrm>
    </dsp:sp>
    <dsp:sp modelId="{E89B1281-9F6D-4BE4-9A63-11127CA3256E}">
      <dsp:nvSpPr>
        <dsp:cNvPr id="0" name=""/>
        <dsp:cNvSpPr/>
      </dsp:nvSpPr>
      <dsp:spPr>
        <a:xfrm rot="2142401">
          <a:off x="5239139" y="1956985"/>
          <a:ext cx="1095768" cy="43549"/>
        </a:xfrm>
        <a:custGeom>
          <a:avLst/>
          <a:gdLst/>
          <a:ahLst/>
          <a:cxnLst/>
          <a:rect l="0" t="0" r="0" b="0"/>
          <a:pathLst>
            <a:path>
              <a:moveTo>
                <a:pt x="0" y="21774"/>
              </a:moveTo>
              <a:lnTo>
                <a:pt x="1095768" y="217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b="1" kern="120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5759629" y="1951366"/>
        <a:ext cx="54788" cy="54788"/>
      </dsp:txXfrm>
    </dsp:sp>
    <dsp:sp modelId="{7FF0EE5B-0911-48EA-AA13-80E34B6B3CC7}">
      <dsp:nvSpPr>
        <dsp:cNvPr id="0" name=""/>
        <dsp:cNvSpPr/>
      </dsp:nvSpPr>
      <dsp:spPr>
        <a:xfrm>
          <a:off x="6231914" y="1742412"/>
          <a:ext cx="2224451" cy="11122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广义相对论</a:t>
          </a:r>
          <a:endParaRPr lang="zh-CN" altLang="en-US" sz="2000" b="1" kern="1200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6264490" y="1774988"/>
        <a:ext cx="2159299" cy="1047073"/>
      </dsp:txXfrm>
    </dsp:sp>
    <dsp:sp modelId="{13A214C1-61F2-431E-B7E7-14CBC44CD7FD}">
      <dsp:nvSpPr>
        <dsp:cNvPr id="0" name=""/>
        <dsp:cNvSpPr/>
      </dsp:nvSpPr>
      <dsp:spPr>
        <a:xfrm>
          <a:off x="8456366" y="2276750"/>
          <a:ext cx="889780" cy="43549"/>
        </a:xfrm>
        <a:custGeom>
          <a:avLst/>
          <a:gdLst/>
          <a:ahLst/>
          <a:cxnLst/>
          <a:rect l="0" t="0" r="0" b="0"/>
          <a:pathLst>
            <a:path>
              <a:moveTo>
                <a:pt x="0" y="21774"/>
              </a:moveTo>
              <a:lnTo>
                <a:pt x="889780" y="217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b="1" kern="120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8879012" y="2276280"/>
        <a:ext cx="44489" cy="44489"/>
      </dsp:txXfrm>
    </dsp:sp>
    <dsp:sp modelId="{4DA77263-486D-4FEC-A9B2-607FBB4A17FD}">
      <dsp:nvSpPr>
        <dsp:cNvPr id="0" name=""/>
        <dsp:cNvSpPr/>
      </dsp:nvSpPr>
      <dsp:spPr>
        <a:xfrm>
          <a:off x="9346147" y="1742412"/>
          <a:ext cx="2224451" cy="11122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关于时空性质与物质分布及运动相互关系的理论</a:t>
          </a:r>
          <a:endParaRPr lang="zh-CN" altLang="en-US" sz="2000" b="1" kern="1200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9378723" y="1774988"/>
        <a:ext cx="2159299" cy="1047073"/>
      </dsp:txXfrm>
    </dsp:sp>
    <dsp:sp modelId="{86012F3A-5F77-4C6A-859E-480F5F489854}">
      <dsp:nvSpPr>
        <dsp:cNvPr id="0" name=""/>
        <dsp:cNvSpPr/>
      </dsp:nvSpPr>
      <dsp:spPr>
        <a:xfrm rot="2829178">
          <a:off x="2018582" y="3076163"/>
          <a:ext cx="1308417" cy="43549"/>
        </a:xfrm>
        <a:custGeom>
          <a:avLst/>
          <a:gdLst/>
          <a:ahLst/>
          <a:cxnLst/>
          <a:rect l="0" t="0" r="0" b="0"/>
          <a:pathLst>
            <a:path>
              <a:moveTo>
                <a:pt x="0" y="21774"/>
              </a:moveTo>
              <a:lnTo>
                <a:pt x="1308417" y="217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b="1" kern="120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2640080" y="3065227"/>
        <a:ext cx="65420" cy="65420"/>
      </dsp:txXfrm>
    </dsp:sp>
    <dsp:sp modelId="{9E0E2CBF-D529-49E8-AE82-7CAC1365038B}">
      <dsp:nvSpPr>
        <dsp:cNvPr id="0" name=""/>
        <dsp:cNvSpPr/>
      </dsp:nvSpPr>
      <dsp:spPr>
        <a:xfrm>
          <a:off x="3117681" y="3021472"/>
          <a:ext cx="2224451" cy="11122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量子理论</a:t>
          </a:r>
          <a:endParaRPr lang="zh-CN" altLang="en-US" sz="2000" b="1" kern="1200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3150257" y="3054048"/>
        <a:ext cx="2159299" cy="1047073"/>
      </dsp:txXfrm>
    </dsp:sp>
    <dsp:sp modelId="{FD45E095-E608-4D12-8DD4-E51AA1294599}">
      <dsp:nvSpPr>
        <dsp:cNvPr id="0" name=""/>
        <dsp:cNvSpPr/>
      </dsp:nvSpPr>
      <dsp:spPr>
        <a:xfrm>
          <a:off x="5342133" y="3555810"/>
          <a:ext cx="889780" cy="43549"/>
        </a:xfrm>
        <a:custGeom>
          <a:avLst/>
          <a:gdLst/>
          <a:ahLst/>
          <a:cxnLst/>
          <a:rect l="0" t="0" r="0" b="0"/>
          <a:pathLst>
            <a:path>
              <a:moveTo>
                <a:pt x="0" y="21774"/>
              </a:moveTo>
              <a:lnTo>
                <a:pt x="889780" y="217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b="1" kern="120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5764779" y="3555340"/>
        <a:ext cx="44489" cy="44489"/>
      </dsp:txXfrm>
    </dsp:sp>
    <dsp:sp modelId="{0166E03B-AA05-497B-A6B9-DA37D6178241}">
      <dsp:nvSpPr>
        <dsp:cNvPr id="0" name=""/>
        <dsp:cNvSpPr/>
      </dsp:nvSpPr>
      <dsp:spPr>
        <a:xfrm>
          <a:off x="6231914" y="3021472"/>
          <a:ext cx="2224451" cy="11122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</a:rPr>
            <a:t>研究微观高速物质的性质、能量、运动相互关系的理论</a:t>
          </a:r>
          <a:endParaRPr lang="zh-CN" altLang="en-US" sz="2000" b="1" kern="1200" dirty="0">
            <a:solidFill>
              <a:schemeClr val="tx1"/>
            </a:solidFill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6264490" y="3054048"/>
        <a:ext cx="2159299" cy="10470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00B822-12F5-4D2A-B9E1-B33B2C88A61E}">
      <dsp:nvSpPr>
        <dsp:cNvPr id="0" name=""/>
        <dsp:cNvSpPr/>
      </dsp:nvSpPr>
      <dsp:spPr>
        <a:xfrm>
          <a:off x="0" y="0"/>
          <a:ext cx="890322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3F2B6-B73E-4B53-B2C1-68E32CC41483}">
      <dsp:nvSpPr>
        <dsp:cNvPr id="0" name=""/>
        <dsp:cNvSpPr/>
      </dsp:nvSpPr>
      <dsp:spPr>
        <a:xfrm>
          <a:off x="0" y="0"/>
          <a:ext cx="1780644" cy="2119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方正新书宋简体" panose="03000509000000000000" pitchFamily="65" charset="-122"/>
              <a:ea typeface="方正新书宋简体" panose="03000509000000000000" pitchFamily="65" charset="-122"/>
            </a:rPr>
            <a:t>原子物理学</a:t>
          </a:r>
          <a:endParaRPr lang="zh-CN" altLang="en-US" sz="2000" b="1" kern="1200" dirty="0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0" y="0"/>
        <a:ext cx="1780644" cy="2119079"/>
      </dsp:txXfrm>
    </dsp:sp>
    <dsp:sp modelId="{18DF020D-BC19-4EC8-94B0-1F550D4F2A9C}">
      <dsp:nvSpPr>
        <dsp:cNvPr id="0" name=""/>
        <dsp:cNvSpPr/>
      </dsp:nvSpPr>
      <dsp:spPr>
        <a:xfrm>
          <a:off x="1914192" y="49252"/>
          <a:ext cx="1606719" cy="98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方正新书宋简体" panose="03000509000000000000" pitchFamily="65" charset="-122"/>
              <a:ea typeface="方正新书宋简体" panose="03000509000000000000" pitchFamily="65" charset="-122"/>
            </a:rPr>
            <a:t>理论层面</a:t>
          </a:r>
          <a:endParaRPr lang="zh-CN" altLang="en-US" sz="2000" b="1" kern="1200" dirty="0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1914192" y="49252"/>
        <a:ext cx="1606719" cy="985040"/>
      </dsp:txXfrm>
    </dsp:sp>
    <dsp:sp modelId="{16F08C37-36A1-491B-A5ED-0FDEBF5DEBFC}">
      <dsp:nvSpPr>
        <dsp:cNvPr id="0" name=""/>
        <dsp:cNvSpPr/>
      </dsp:nvSpPr>
      <dsp:spPr>
        <a:xfrm>
          <a:off x="3654460" y="49252"/>
          <a:ext cx="5215924" cy="98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方正新书宋简体" panose="03000509000000000000" pitchFamily="65" charset="-122"/>
              <a:ea typeface="方正新书宋简体" panose="03000509000000000000" pitchFamily="65" charset="-122"/>
            </a:rPr>
            <a:t>通过原子能级研究原子的结构及其运动规律</a:t>
          </a:r>
          <a:endParaRPr lang="zh-CN" altLang="en-US" sz="2000" b="1" kern="1200" dirty="0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3654460" y="49252"/>
        <a:ext cx="5215924" cy="985040"/>
      </dsp:txXfrm>
    </dsp:sp>
    <dsp:sp modelId="{49E8B248-4E0E-49C3-8B1E-C840ABFFB0BC}">
      <dsp:nvSpPr>
        <dsp:cNvPr id="0" name=""/>
        <dsp:cNvSpPr/>
      </dsp:nvSpPr>
      <dsp:spPr>
        <a:xfrm>
          <a:off x="1780644" y="1034292"/>
          <a:ext cx="712257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852312-2E2B-46C3-B084-9401BAC84D10}">
      <dsp:nvSpPr>
        <dsp:cNvPr id="0" name=""/>
        <dsp:cNvSpPr/>
      </dsp:nvSpPr>
      <dsp:spPr>
        <a:xfrm>
          <a:off x="1914192" y="1083544"/>
          <a:ext cx="1631775" cy="98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方正新书宋简体" panose="03000509000000000000" pitchFamily="65" charset="-122"/>
              <a:ea typeface="方正新书宋简体" panose="03000509000000000000" pitchFamily="65" charset="-122"/>
            </a:rPr>
            <a:t>实验层面</a:t>
          </a:r>
          <a:endParaRPr lang="zh-CN" altLang="en-US" sz="2000" b="1" kern="1200" dirty="0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1914192" y="1083544"/>
        <a:ext cx="1631775" cy="985040"/>
      </dsp:txXfrm>
    </dsp:sp>
    <dsp:sp modelId="{C68E08F1-AE14-452C-BC93-F3D1D4B65CB7}">
      <dsp:nvSpPr>
        <dsp:cNvPr id="0" name=""/>
        <dsp:cNvSpPr/>
      </dsp:nvSpPr>
      <dsp:spPr>
        <a:xfrm>
          <a:off x="3679516" y="1083544"/>
          <a:ext cx="5190867" cy="98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方正新书宋简体" panose="03000509000000000000" pitchFamily="65" charset="-122"/>
              <a:ea typeface="方正新书宋简体" panose="03000509000000000000" pitchFamily="65" charset="-122"/>
            </a:rPr>
            <a:t>通过光谱、能谱等研究原子能级</a:t>
          </a:r>
          <a:endParaRPr lang="zh-CN" altLang="en-US" sz="2000" b="1" kern="1200" dirty="0">
            <a:latin typeface="方正新书宋简体" panose="03000509000000000000" pitchFamily="65" charset="-122"/>
            <a:ea typeface="方正新书宋简体" panose="03000509000000000000" pitchFamily="65" charset="-122"/>
          </a:endParaRPr>
        </a:p>
      </dsp:txBody>
      <dsp:txXfrm>
        <a:off x="3679516" y="1083544"/>
        <a:ext cx="5190867" cy="985040"/>
      </dsp:txXfrm>
    </dsp:sp>
    <dsp:sp modelId="{6A2DF364-D6F7-4A07-A45D-9FD3A2366C53}">
      <dsp:nvSpPr>
        <dsp:cNvPr id="0" name=""/>
        <dsp:cNvSpPr/>
      </dsp:nvSpPr>
      <dsp:spPr>
        <a:xfrm>
          <a:off x="1780644" y="2068585"/>
          <a:ext cx="712257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8033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335431" y="478818"/>
            <a:ext cx="9952515" cy="80138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5000"/>
              </a:lnSpc>
              <a:defRPr sz="4200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26253170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125000"/>
              </a:lnSpc>
              <a:defRPr sz="42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6858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sz="20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2pPr>
            <a:lvl3pPr marL="11430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3pPr>
            <a:lvl4pPr marL="16002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4pPr>
            <a:lvl5pPr marL="20574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75462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433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791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683774" y="478818"/>
            <a:ext cx="9952515" cy="80138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233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3251830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524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emf"/><Relationship Id="rId4" Type="http://schemas.openxmlformats.org/officeDocument/2006/relationships/image" Target="../media/image3.emf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emf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/>
          </p:cNvPicPr>
          <p:nvPr/>
        </p:nvPicPr>
        <p:blipFill rotWithShape="1">
          <a:blip r:embed="rId3"/>
          <a:srcRect l="-1" r="156" b="79277"/>
          <a:stretch/>
        </p:blipFill>
        <p:spPr>
          <a:xfrm>
            <a:off x="0" y="682724"/>
            <a:ext cx="12192000" cy="1605600"/>
          </a:xfrm>
          <a:prstGeom prst="rect">
            <a:avLst/>
          </a:prstGeom>
        </p:spPr>
      </p:pic>
      <p:pic>
        <p:nvPicPr>
          <p:cNvPr id="8" name="图片 7"/>
          <p:cNvPicPr>
            <a:picLocks/>
          </p:cNvPicPr>
          <p:nvPr/>
        </p:nvPicPr>
        <p:blipFill rotWithShape="1">
          <a:blip r:embed="rId3"/>
          <a:srcRect r="117" b="79277"/>
          <a:stretch/>
        </p:blipFill>
        <p:spPr>
          <a:xfrm flipH="1">
            <a:off x="0" y="502725"/>
            <a:ext cx="12192000" cy="18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11" y="1013641"/>
            <a:ext cx="2881494" cy="9144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0936" y="1456441"/>
            <a:ext cx="2501064" cy="81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4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3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pic>
        <p:nvPicPr>
          <p:cNvPr id="43" name="图片 42"/>
          <p:cNvPicPr>
            <a:picLocks/>
          </p:cNvPicPr>
          <p:nvPr/>
        </p:nvPicPr>
        <p:blipFill rotWithShape="1">
          <a:blip r:embed="rId4"/>
          <a:srcRect b="40414"/>
          <a:stretch/>
        </p:blipFill>
        <p:spPr>
          <a:xfrm>
            <a:off x="0" y="122329"/>
            <a:ext cx="12191484" cy="344488"/>
          </a:xfrm>
          <a:custGeom>
            <a:avLst/>
            <a:gdLst>
              <a:gd name="connsiteX0" fmla="*/ 11320859 w 11520000"/>
              <a:gd name="connsiteY0" fmla="*/ 268405 h 325509"/>
              <a:gd name="connsiteX1" fmla="*/ 11520000 w 11520000"/>
              <a:gd name="connsiteY1" fmla="*/ 268405 h 325509"/>
              <a:gd name="connsiteX2" fmla="*/ 11520000 w 11520000"/>
              <a:gd name="connsiteY2" fmla="*/ 325509 h 325509"/>
              <a:gd name="connsiteX3" fmla="*/ 11296840 w 11520000"/>
              <a:gd name="connsiteY3" fmla="*/ 325509 h 325509"/>
              <a:gd name="connsiteX4" fmla="*/ 11316728 w 11520000"/>
              <a:gd name="connsiteY4" fmla="*/ 288869 h 325509"/>
              <a:gd name="connsiteX5" fmla="*/ 0 w 11520000"/>
              <a:gd name="connsiteY5" fmla="*/ 268405 h 325509"/>
              <a:gd name="connsiteX6" fmla="*/ 10715519 w 11520000"/>
              <a:gd name="connsiteY6" fmla="*/ 268405 h 325509"/>
              <a:gd name="connsiteX7" fmla="*/ 10719650 w 11520000"/>
              <a:gd name="connsiteY7" fmla="*/ 288869 h 325509"/>
              <a:gd name="connsiteX8" fmla="*/ 10739538 w 11520000"/>
              <a:gd name="connsiteY8" fmla="*/ 325509 h 325509"/>
              <a:gd name="connsiteX9" fmla="*/ 0 w 11520000"/>
              <a:gd name="connsiteY9" fmla="*/ 325509 h 325509"/>
              <a:gd name="connsiteX10" fmla="*/ 11342049 w 11520000"/>
              <a:gd name="connsiteY10" fmla="*/ 163448 h 325509"/>
              <a:gd name="connsiteX11" fmla="*/ 11520000 w 11520000"/>
              <a:gd name="connsiteY11" fmla="*/ 163448 h 325509"/>
              <a:gd name="connsiteX12" fmla="*/ 11520000 w 11520000"/>
              <a:gd name="connsiteY12" fmla="*/ 218165 h 325509"/>
              <a:gd name="connsiteX13" fmla="*/ 11331002 w 11520000"/>
              <a:gd name="connsiteY13" fmla="*/ 218165 h 325509"/>
              <a:gd name="connsiteX14" fmla="*/ 0 w 11520000"/>
              <a:gd name="connsiteY14" fmla="*/ 163448 h 325509"/>
              <a:gd name="connsiteX15" fmla="*/ 10694329 w 11520000"/>
              <a:gd name="connsiteY15" fmla="*/ 163448 h 325509"/>
              <a:gd name="connsiteX16" fmla="*/ 10705376 w 11520000"/>
              <a:gd name="connsiteY16" fmla="*/ 218165 h 325509"/>
              <a:gd name="connsiteX17" fmla="*/ 0 w 11520000"/>
              <a:gd name="connsiteY17" fmla="*/ 218165 h 325509"/>
              <a:gd name="connsiteX18" fmla="*/ 11296841 w 11520000"/>
              <a:gd name="connsiteY18" fmla="*/ 0 h 325509"/>
              <a:gd name="connsiteX19" fmla="*/ 11520000 w 11520000"/>
              <a:gd name="connsiteY19" fmla="*/ 0 h 325509"/>
              <a:gd name="connsiteX20" fmla="*/ 11520000 w 11520000"/>
              <a:gd name="connsiteY20" fmla="*/ 113207 h 325509"/>
              <a:gd name="connsiteX21" fmla="*/ 11332186 w 11520000"/>
              <a:gd name="connsiteY21" fmla="*/ 113207 h 325509"/>
              <a:gd name="connsiteX22" fmla="*/ 11316728 w 11520000"/>
              <a:gd name="connsiteY22" fmla="*/ 36639 h 325509"/>
              <a:gd name="connsiteX23" fmla="*/ 0 w 11520000"/>
              <a:gd name="connsiteY23" fmla="*/ 0 h 325509"/>
              <a:gd name="connsiteX24" fmla="*/ 10739537 w 11520000"/>
              <a:gd name="connsiteY24" fmla="*/ 0 h 325509"/>
              <a:gd name="connsiteX25" fmla="*/ 10719650 w 11520000"/>
              <a:gd name="connsiteY25" fmla="*/ 36639 h 325509"/>
              <a:gd name="connsiteX26" fmla="*/ 10704192 w 11520000"/>
              <a:gd name="connsiteY26" fmla="*/ 113207 h 325509"/>
              <a:gd name="connsiteX27" fmla="*/ 0 w 11520000"/>
              <a:gd name="connsiteY27" fmla="*/ 113207 h 32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520000" h="325509">
                <a:moveTo>
                  <a:pt x="11320859" y="268405"/>
                </a:moveTo>
                <a:lnTo>
                  <a:pt x="11520000" y="268405"/>
                </a:lnTo>
                <a:lnTo>
                  <a:pt x="11520000" y="325509"/>
                </a:lnTo>
                <a:lnTo>
                  <a:pt x="11296840" y="325509"/>
                </a:lnTo>
                <a:lnTo>
                  <a:pt x="11316728" y="288869"/>
                </a:lnTo>
                <a:close/>
                <a:moveTo>
                  <a:pt x="0" y="268405"/>
                </a:moveTo>
                <a:lnTo>
                  <a:pt x="10715519" y="268405"/>
                </a:lnTo>
                <a:lnTo>
                  <a:pt x="10719650" y="288869"/>
                </a:lnTo>
                <a:lnTo>
                  <a:pt x="10739538" y="325509"/>
                </a:lnTo>
                <a:lnTo>
                  <a:pt x="0" y="325509"/>
                </a:lnTo>
                <a:close/>
                <a:moveTo>
                  <a:pt x="11342049" y="163448"/>
                </a:moveTo>
                <a:lnTo>
                  <a:pt x="11520000" y="163448"/>
                </a:lnTo>
                <a:lnTo>
                  <a:pt x="11520000" y="218165"/>
                </a:lnTo>
                <a:lnTo>
                  <a:pt x="11331002" y="218165"/>
                </a:lnTo>
                <a:close/>
                <a:moveTo>
                  <a:pt x="0" y="163448"/>
                </a:moveTo>
                <a:lnTo>
                  <a:pt x="10694329" y="163448"/>
                </a:lnTo>
                <a:lnTo>
                  <a:pt x="10705376" y="218165"/>
                </a:lnTo>
                <a:lnTo>
                  <a:pt x="0" y="218165"/>
                </a:lnTo>
                <a:close/>
                <a:moveTo>
                  <a:pt x="11296841" y="0"/>
                </a:moveTo>
                <a:lnTo>
                  <a:pt x="11520000" y="0"/>
                </a:lnTo>
                <a:lnTo>
                  <a:pt x="11520000" y="113207"/>
                </a:lnTo>
                <a:lnTo>
                  <a:pt x="11332186" y="113207"/>
                </a:lnTo>
                <a:lnTo>
                  <a:pt x="11316728" y="36639"/>
                </a:lnTo>
                <a:close/>
                <a:moveTo>
                  <a:pt x="0" y="0"/>
                </a:moveTo>
                <a:lnTo>
                  <a:pt x="10739537" y="0"/>
                </a:lnTo>
                <a:lnTo>
                  <a:pt x="10719650" y="36639"/>
                </a:lnTo>
                <a:lnTo>
                  <a:pt x="10704192" y="113207"/>
                </a:lnTo>
                <a:lnTo>
                  <a:pt x="0" y="113207"/>
                </a:lnTo>
                <a:close/>
              </a:path>
            </a:pathLst>
          </a:custGeom>
          <a:ln>
            <a:noFill/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/>
          <a:srcRect r="67965"/>
          <a:stretch/>
        </p:blipFill>
        <p:spPr>
          <a:xfrm>
            <a:off x="11383653" y="11519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4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7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F7EF6-3172-4E4B-B9A2-1C5902C289B2}" type="datetimeFigureOut">
              <a:rPr lang="zh-CN" altLang="en-US" smtClean="0"/>
              <a:t>2022/2/25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25F72-D721-4CB2-959B-31C196EA2BB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pic>
        <p:nvPicPr>
          <p:cNvPr id="8" name="图片 7"/>
          <p:cNvPicPr>
            <a:picLocks/>
          </p:cNvPicPr>
          <p:nvPr userDrawn="1"/>
        </p:nvPicPr>
        <p:blipFill rotWithShape="1">
          <a:blip r:embed="rId4"/>
          <a:srcRect b="40414"/>
          <a:stretch/>
        </p:blipFill>
        <p:spPr>
          <a:xfrm>
            <a:off x="0" y="122329"/>
            <a:ext cx="12191484" cy="344488"/>
          </a:xfrm>
          <a:custGeom>
            <a:avLst/>
            <a:gdLst>
              <a:gd name="connsiteX0" fmla="*/ 11320859 w 11520000"/>
              <a:gd name="connsiteY0" fmla="*/ 268405 h 325509"/>
              <a:gd name="connsiteX1" fmla="*/ 11520000 w 11520000"/>
              <a:gd name="connsiteY1" fmla="*/ 268405 h 325509"/>
              <a:gd name="connsiteX2" fmla="*/ 11520000 w 11520000"/>
              <a:gd name="connsiteY2" fmla="*/ 325509 h 325509"/>
              <a:gd name="connsiteX3" fmla="*/ 11296840 w 11520000"/>
              <a:gd name="connsiteY3" fmla="*/ 325509 h 325509"/>
              <a:gd name="connsiteX4" fmla="*/ 11316728 w 11520000"/>
              <a:gd name="connsiteY4" fmla="*/ 288869 h 325509"/>
              <a:gd name="connsiteX5" fmla="*/ 0 w 11520000"/>
              <a:gd name="connsiteY5" fmla="*/ 268405 h 325509"/>
              <a:gd name="connsiteX6" fmla="*/ 10715519 w 11520000"/>
              <a:gd name="connsiteY6" fmla="*/ 268405 h 325509"/>
              <a:gd name="connsiteX7" fmla="*/ 10719650 w 11520000"/>
              <a:gd name="connsiteY7" fmla="*/ 288869 h 325509"/>
              <a:gd name="connsiteX8" fmla="*/ 10739538 w 11520000"/>
              <a:gd name="connsiteY8" fmla="*/ 325509 h 325509"/>
              <a:gd name="connsiteX9" fmla="*/ 0 w 11520000"/>
              <a:gd name="connsiteY9" fmla="*/ 325509 h 325509"/>
              <a:gd name="connsiteX10" fmla="*/ 11342049 w 11520000"/>
              <a:gd name="connsiteY10" fmla="*/ 163448 h 325509"/>
              <a:gd name="connsiteX11" fmla="*/ 11520000 w 11520000"/>
              <a:gd name="connsiteY11" fmla="*/ 163448 h 325509"/>
              <a:gd name="connsiteX12" fmla="*/ 11520000 w 11520000"/>
              <a:gd name="connsiteY12" fmla="*/ 218165 h 325509"/>
              <a:gd name="connsiteX13" fmla="*/ 11331002 w 11520000"/>
              <a:gd name="connsiteY13" fmla="*/ 218165 h 325509"/>
              <a:gd name="connsiteX14" fmla="*/ 0 w 11520000"/>
              <a:gd name="connsiteY14" fmla="*/ 163448 h 325509"/>
              <a:gd name="connsiteX15" fmla="*/ 10694329 w 11520000"/>
              <a:gd name="connsiteY15" fmla="*/ 163448 h 325509"/>
              <a:gd name="connsiteX16" fmla="*/ 10705376 w 11520000"/>
              <a:gd name="connsiteY16" fmla="*/ 218165 h 325509"/>
              <a:gd name="connsiteX17" fmla="*/ 0 w 11520000"/>
              <a:gd name="connsiteY17" fmla="*/ 218165 h 325509"/>
              <a:gd name="connsiteX18" fmla="*/ 11296841 w 11520000"/>
              <a:gd name="connsiteY18" fmla="*/ 0 h 325509"/>
              <a:gd name="connsiteX19" fmla="*/ 11520000 w 11520000"/>
              <a:gd name="connsiteY19" fmla="*/ 0 h 325509"/>
              <a:gd name="connsiteX20" fmla="*/ 11520000 w 11520000"/>
              <a:gd name="connsiteY20" fmla="*/ 113207 h 325509"/>
              <a:gd name="connsiteX21" fmla="*/ 11332186 w 11520000"/>
              <a:gd name="connsiteY21" fmla="*/ 113207 h 325509"/>
              <a:gd name="connsiteX22" fmla="*/ 11316728 w 11520000"/>
              <a:gd name="connsiteY22" fmla="*/ 36639 h 325509"/>
              <a:gd name="connsiteX23" fmla="*/ 0 w 11520000"/>
              <a:gd name="connsiteY23" fmla="*/ 0 h 325509"/>
              <a:gd name="connsiteX24" fmla="*/ 10739537 w 11520000"/>
              <a:gd name="connsiteY24" fmla="*/ 0 h 325509"/>
              <a:gd name="connsiteX25" fmla="*/ 10719650 w 11520000"/>
              <a:gd name="connsiteY25" fmla="*/ 36639 h 325509"/>
              <a:gd name="connsiteX26" fmla="*/ 10704192 w 11520000"/>
              <a:gd name="connsiteY26" fmla="*/ 113207 h 325509"/>
              <a:gd name="connsiteX27" fmla="*/ 0 w 11520000"/>
              <a:gd name="connsiteY27" fmla="*/ 113207 h 32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520000" h="325509">
                <a:moveTo>
                  <a:pt x="11320859" y="268405"/>
                </a:moveTo>
                <a:lnTo>
                  <a:pt x="11520000" y="268405"/>
                </a:lnTo>
                <a:lnTo>
                  <a:pt x="11520000" y="325509"/>
                </a:lnTo>
                <a:lnTo>
                  <a:pt x="11296840" y="325509"/>
                </a:lnTo>
                <a:lnTo>
                  <a:pt x="11316728" y="288869"/>
                </a:lnTo>
                <a:close/>
                <a:moveTo>
                  <a:pt x="0" y="268405"/>
                </a:moveTo>
                <a:lnTo>
                  <a:pt x="10715519" y="268405"/>
                </a:lnTo>
                <a:lnTo>
                  <a:pt x="10719650" y="288869"/>
                </a:lnTo>
                <a:lnTo>
                  <a:pt x="10739538" y="325509"/>
                </a:lnTo>
                <a:lnTo>
                  <a:pt x="0" y="325509"/>
                </a:lnTo>
                <a:close/>
                <a:moveTo>
                  <a:pt x="11342049" y="163448"/>
                </a:moveTo>
                <a:lnTo>
                  <a:pt x="11520000" y="163448"/>
                </a:lnTo>
                <a:lnTo>
                  <a:pt x="11520000" y="218165"/>
                </a:lnTo>
                <a:lnTo>
                  <a:pt x="11331002" y="218165"/>
                </a:lnTo>
                <a:close/>
                <a:moveTo>
                  <a:pt x="0" y="163448"/>
                </a:moveTo>
                <a:lnTo>
                  <a:pt x="10694329" y="163448"/>
                </a:lnTo>
                <a:lnTo>
                  <a:pt x="10705376" y="218165"/>
                </a:lnTo>
                <a:lnTo>
                  <a:pt x="0" y="218165"/>
                </a:lnTo>
                <a:close/>
                <a:moveTo>
                  <a:pt x="11296841" y="0"/>
                </a:moveTo>
                <a:lnTo>
                  <a:pt x="11520000" y="0"/>
                </a:lnTo>
                <a:lnTo>
                  <a:pt x="11520000" y="113207"/>
                </a:lnTo>
                <a:lnTo>
                  <a:pt x="11332186" y="113207"/>
                </a:lnTo>
                <a:lnTo>
                  <a:pt x="11316728" y="36639"/>
                </a:lnTo>
                <a:close/>
                <a:moveTo>
                  <a:pt x="0" y="0"/>
                </a:moveTo>
                <a:lnTo>
                  <a:pt x="10739537" y="0"/>
                </a:lnTo>
                <a:lnTo>
                  <a:pt x="10719650" y="36639"/>
                </a:lnTo>
                <a:lnTo>
                  <a:pt x="10704192" y="113207"/>
                </a:lnTo>
                <a:lnTo>
                  <a:pt x="0" y="113207"/>
                </a:lnTo>
                <a:close/>
              </a:path>
            </a:pathLst>
          </a:custGeom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5"/>
          <a:srcRect r="67965"/>
          <a:stretch/>
        </p:blipFill>
        <p:spPr>
          <a:xfrm>
            <a:off x="11377829" y="11519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5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90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/>
          </p:cNvPicPr>
          <p:nvPr/>
        </p:nvPicPr>
        <p:blipFill rotWithShape="1">
          <a:blip r:embed="rId3"/>
          <a:srcRect l="-1" r="156" b="79277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748100" y="3772292"/>
            <a:ext cx="9443900" cy="308570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33000">
                <a:schemeClr val="bg1">
                  <a:lumMod val="95000"/>
                  <a:alpha val="67000"/>
                </a:schemeClr>
              </a:gs>
              <a:gs pos="66000">
                <a:schemeClr val="bg1">
                  <a:lumMod val="85000"/>
                  <a:alpha val="34000"/>
                </a:schemeClr>
              </a:gs>
              <a:gs pos="100000">
                <a:schemeClr val="bg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067" y="216174"/>
            <a:ext cx="2881494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5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9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/>
          </p:cNvPicPr>
          <p:nvPr userDrawn="1"/>
        </p:nvPicPr>
        <p:blipFill rotWithShape="1">
          <a:blip r:embed="rId3"/>
          <a:srcRect l="-1" r="156" b="79277"/>
          <a:stretch/>
        </p:blipFill>
        <p:spPr>
          <a:xfrm>
            <a:off x="0" y="682724"/>
            <a:ext cx="12192000" cy="1605600"/>
          </a:xfrm>
          <a:prstGeom prst="rect">
            <a:avLst/>
          </a:prstGeom>
        </p:spPr>
      </p:pic>
      <p:pic>
        <p:nvPicPr>
          <p:cNvPr id="8" name="图片 7"/>
          <p:cNvPicPr>
            <a:picLocks/>
          </p:cNvPicPr>
          <p:nvPr userDrawn="1"/>
        </p:nvPicPr>
        <p:blipFill rotWithShape="1">
          <a:blip r:embed="rId3"/>
          <a:srcRect r="117" b="79277"/>
          <a:stretch/>
        </p:blipFill>
        <p:spPr>
          <a:xfrm flipH="1">
            <a:off x="0" y="502725"/>
            <a:ext cx="12192000" cy="18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936" y="1456441"/>
            <a:ext cx="2501064" cy="81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940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1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pic>
        <p:nvPicPr>
          <p:cNvPr id="43" name="图片 42"/>
          <p:cNvPicPr>
            <a:picLocks/>
          </p:cNvPicPr>
          <p:nvPr/>
        </p:nvPicPr>
        <p:blipFill rotWithShape="1">
          <a:blip r:embed="rId4"/>
          <a:srcRect b="40414"/>
          <a:stretch/>
        </p:blipFill>
        <p:spPr>
          <a:xfrm>
            <a:off x="0" y="122329"/>
            <a:ext cx="12191484" cy="344488"/>
          </a:xfrm>
          <a:custGeom>
            <a:avLst/>
            <a:gdLst>
              <a:gd name="connsiteX0" fmla="*/ 11320859 w 11520000"/>
              <a:gd name="connsiteY0" fmla="*/ 268405 h 325509"/>
              <a:gd name="connsiteX1" fmla="*/ 11520000 w 11520000"/>
              <a:gd name="connsiteY1" fmla="*/ 268405 h 325509"/>
              <a:gd name="connsiteX2" fmla="*/ 11520000 w 11520000"/>
              <a:gd name="connsiteY2" fmla="*/ 325509 h 325509"/>
              <a:gd name="connsiteX3" fmla="*/ 11296840 w 11520000"/>
              <a:gd name="connsiteY3" fmla="*/ 325509 h 325509"/>
              <a:gd name="connsiteX4" fmla="*/ 11316728 w 11520000"/>
              <a:gd name="connsiteY4" fmla="*/ 288869 h 325509"/>
              <a:gd name="connsiteX5" fmla="*/ 0 w 11520000"/>
              <a:gd name="connsiteY5" fmla="*/ 268405 h 325509"/>
              <a:gd name="connsiteX6" fmla="*/ 10715519 w 11520000"/>
              <a:gd name="connsiteY6" fmla="*/ 268405 h 325509"/>
              <a:gd name="connsiteX7" fmla="*/ 10719650 w 11520000"/>
              <a:gd name="connsiteY7" fmla="*/ 288869 h 325509"/>
              <a:gd name="connsiteX8" fmla="*/ 10739538 w 11520000"/>
              <a:gd name="connsiteY8" fmla="*/ 325509 h 325509"/>
              <a:gd name="connsiteX9" fmla="*/ 0 w 11520000"/>
              <a:gd name="connsiteY9" fmla="*/ 325509 h 325509"/>
              <a:gd name="connsiteX10" fmla="*/ 11342049 w 11520000"/>
              <a:gd name="connsiteY10" fmla="*/ 163448 h 325509"/>
              <a:gd name="connsiteX11" fmla="*/ 11520000 w 11520000"/>
              <a:gd name="connsiteY11" fmla="*/ 163448 h 325509"/>
              <a:gd name="connsiteX12" fmla="*/ 11520000 w 11520000"/>
              <a:gd name="connsiteY12" fmla="*/ 218165 h 325509"/>
              <a:gd name="connsiteX13" fmla="*/ 11331002 w 11520000"/>
              <a:gd name="connsiteY13" fmla="*/ 218165 h 325509"/>
              <a:gd name="connsiteX14" fmla="*/ 0 w 11520000"/>
              <a:gd name="connsiteY14" fmla="*/ 163448 h 325509"/>
              <a:gd name="connsiteX15" fmla="*/ 10694329 w 11520000"/>
              <a:gd name="connsiteY15" fmla="*/ 163448 h 325509"/>
              <a:gd name="connsiteX16" fmla="*/ 10705376 w 11520000"/>
              <a:gd name="connsiteY16" fmla="*/ 218165 h 325509"/>
              <a:gd name="connsiteX17" fmla="*/ 0 w 11520000"/>
              <a:gd name="connsiteY17" fmla="*/ 218165 h 325509"/>
              <a:gd name="connsiteX18" fmla="*/ 11296841 w 11520000"/>
              <a:gd name="connsiteY18" fmla="*/ 0 h 325509"/>
              <a:gd name="connsiteX19" fmla="*/ 11520000 w 11520000"/>
              <a:gd name="connsiteY19" fmla="*/ 0 h 325509"/>
              <a:gd name="connsiteX20" fmla="*/ 11520000 w 11520000"/>
              <a:gd name="connsiteY20" fmla="*/ 113207 h 325509"/>
              <a:gd name="connsiteX21" fmla="*/ 11332186 w 11520000"/>
              <a:gd name="connsiteY21" fmla="*/ 113207 h 325509"/>
              <a:gd name="connsiteX22" fmla="*/ 11316728 w 11520000"/>
              <a:gd name="connsiteY22" fmla="*/ 36639 h 325509"/>
              <a:gd name="connsiteX23" fmla="*/ 0 w 11520000"/>
              <a:gd name="connsiteY23" fmla="*/ 0 h 325509"/>
              <a:gd name="connsiteX24" fmla="*/ 10739537 w 11520000"/>
              <a:gd name="connsiteY24" fmla="*/ 0 h 325509"/>
              <a:gd name="connsiteX25" fmla="*/ 10719650 w 11520000"/>
              <a:gd name="connsiteY25" fmla="*/ 36639 h 325509"/>
              <a:gd name="connsiteX26" fmla="*/ 10704192 w 11520000"/>
              <a:gd name="connsiteY26" fmla="*/ 113207 h 325509"/>
              <a:gd name="connsiteX27" fmla="*/ 0 w 11520000"/>
              <a:gd name="connsiteY27" fmla="*/ 113207 h 32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520000" h="325509">
                <a:moveTo>
                  <a:pt x="11320859" y="268405"/>
                </a:moveTo>
                <a:lnTo>
                  <a:pt x="11520000" y="268405"/>
                </a:lnTo>
                <a:lnTo>
                  <a:pt x="11520000" y="325509"/>
                </a:lnTo>
                <a:lnTo>
                  <a:pt x="11296840" y="325509"/>
                </a:lnTo>
                <a:lnTo>
                  <a:pt x="11316728" y="288869"/>
                </a:lnTo>
                <a:close/>
                <a:moveTo>
                  <a:pt x="0" y="268405"/>
                </a:moveTo>
                <a:lnTo>
                  <a:pt x="10715519" y="268405"/>
                </a:lnTo>
                <a:lnTo>
                  <a:pt x="10719650" y="288869"/>
                </a:lnTo>
                <a:lnTo>
                  <a:pt x="10739538" y="325509"/>
                </a:lnTo>
                <a:lnTo>
                  <a:pt x="0" y="325509"/>
                </a:lnTo>
                <a:close/>
                <a:moveTo>
                  <a:pt x="11342049" y="163448"/>
                </a:moveTo>
                <a:lnTo>
                  <a:pt x="11520000" y="163448"/>
                </a:lnTo>
                <a:lnTo>
                  <a:pt x="11520000" y="218165"/>
                </a:lnTo>
                <a:lnTo>
                  <a:pt x="11331002" y="218165"/>
                </a:lnTo>
                <a:close/>
                <a:moveTo>
                  <a:pt x="0" y="163448"/>
                </a:moveTo>
                <a:lnTo>
                  <a:pt x="10694329" y="163448"/>
                </a:lnTo>
                <a:lnTo>
                  <a:pt x="10705376" y="218165"/>
                </a:lnTo>
                <a:lnTo>
                  <a:pt x="0" y="218165"/>
                </a:lnTo>
                <a:close/>
                <a:moveTo>
                  <a:pt x="11296841" y="0"/>
                </a:moveTo>
                <a:lnTo>
                  <a:pt x="11520000" y="0"/>
                </a:lnTo>
                <a:lnTo>
                  <a:pt x="11520000" y="113207"/>
                </a:lnTo>
                <a:lnTo>
                  <a:pt x="11332186" y="113207"/>
                </a:lnTo>
                <a:lnTo>
                  <a:pt x="11316728" y="36639"/>
                </a:lnTo>
                <a:close/>
                <a:moveTo>
                  <a:pt x="0" y="0"/>
                </a:moveTo>
                <a:lnTo>
                  <a:pt x="10739537" y="0"/>
                </a:lnTo>
                <a:lnTo>
                  <a:pt x="10719650" y="36639"/>
                </a:lnTo>
                <a:lnTo>
                  <a:pt x="10704192" y="113207"/>
                </a:lnTo>
                <a:lnTo>
                  <a:pt x="0" y="113207"/>
                </a:lnTo>
                <a:close/>
              </a:path>
            </a:pathLst>
          </a:custGeom>
          <a:ln>
            <a:noFill/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/>
          <a:srcRect r="67965"/>
          <a:stretch/>
        </p:blipFill>
        <p:spPr>
          <a:xfrm>
            <a:off x="11383653" y="11519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6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5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/>
          </p:cNvPicPr>
          <p:nvPr/>
        </p:nvPicPr>
        <p:blipFill rotWithShape="1">
          <a:blip r:embed="rId3"/>
          <a:srcRect l="-1" r="156" b="79277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748100" y="3772292"/>
            <a:ext cx="9443900" cy="308570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33000">
                <a:schemeClr val="bg1">
                  <a:lumMod val="95000"/>
                  <a:alpha val="67000"/>
                </a:schemeClr>
              </a:gs>
              <a:gs pos="66000">
                <a:schemeClr val="bg1">
                  <a:lumMod val="85000"/>
                  <a:alpha val="34000"/>
                </a:schemeClr>
              </a:gs>
              <a:gs pos="100000">
                <a:schemeClr val="bg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60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7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Powers%20of%2010.MP4" TargetMode="Externa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as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626" r="12398"/>
          <a:stretch/>
        </p:blipFill>
        <p:spPr>
          <a:xfrm rot="16200000">
            <a:off x="3817214" y="-1525408"/>
            <a:ext cx="4557562" cy="12192001"/>
          </a:xfrm>
          <a:prstGeom prst="rect">
            <a:avLst/>
          </a:prstGeom>
        </p:spPr>
      </p:pic>
      <p:sp>
        <p:nvSpPr>
          <p:cNvPr id="6146" name="标题 1"/>
          <p:cNvSpPr>
            <a:spLocks noGrp="1"/>
          </p:cNvSpPr>
          <p:nvPr>
            <p:ph type="ctrTitle"/>
          </p:nvPr>
        </p:nvSpPr>
        <p:spPr>
          <a:xfrm>
            <a:off x="1155024" y="2041645"/>
            <a:ext cx="9881937" cy="2387600"/>
          </a:xfrm>
        </p:spPr>
        <p:txBody>
          <a:bodyPr anchor="ctr"/>
          <a:lstStyle/>
          <a:p>
            <a:pPr eaLnBrk="1" hangingPunct="1">
              <a:lnSpc>
                <a:spcPct val="125000"/>
              </a:lnSpc>
            </a:pPr>
            <a:r>
              <a:rPr lang="zh-CN" altLang="en-US" sz="88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近 代 物 理 学 选 讲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836915" y="4475980"/>
            <a:ext cx="2518154" cy="1754187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河北工业大学</a:t>
            </a:r>
            <a:endParaRPr lang="en-US" altLang="zh-CN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应用物理系</a:t>
            </a:r>
            <a:endParaRPr lang="en-US" altLang="zh-CN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张  辉</a:t>
            </a:r>
            <a:endParaRPr lang="en-US" altLang="zh-CN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as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401" r="82217"/>
          <a:stretch/>
        </p:blipFill>
        <p:spPr>
          <a:xfrm rot="5400000">
            <a:off x="5850549" y="-5850556"/>
            <a:ext cx="490889" cy="12192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课程性质、目的与任务</a:t>
            </a:r>
          </a:p>
        </p:txBody>
      </p:sp>
      <p:sp>
        <p:nvSpPr>
          <p:cNvPr id="2" name="矩形 1"/>
          <p:cNvSpPr/>
          <p:nvPr/>
        </p:nvSpPr>
        <p:spPr>
          <a:xfrm>
            <a:off x="335431" y="1273100"/>
            <a:ext cx="11187112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zh-CN" sz="2000" b="1" kern="1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本课程是应用物理系基础必修</a:t>
            </a:r>
            <a:r>
              <a:rPr lang="zh-CN" altLang="zh-CN" sz="2000" b="1" kern="1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科</a:t>
            </a:r>
            <a:r>
              <a:rPr lang="zh-CN" altLang="en-US" sz="2000" b="1" kern="1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</a:t>
            </a:r>
            <a:r>
              <a:rPr lang="zh-CN" altLang="zh-CN" sz="2000" b="1" kern="1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是</a:t>
            </a:r>
            <a:r>
              <a:rPr lang="zh-CN" altLang="zh-CN" sz="2000" b="1" kern="1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普通物理学的重要组成</a:t>
            </a:r>
            <a:r>
              <a:rPr lang="zh-CN" altLang="zh-CN" sz="2000" b="1" kern="10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部</a:t>
            </a:r>
            <a:r>
              <a:rPr lang="zh-CN" altLang="zh-CN" sz="2000" b="1" kern="10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分</a:t>
            </a:r>
            <a:r>
              <a:rPr lang="zh-CN" altLang="en-US" sz="2000" b="1" kern="10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</a:t>
            </a:r>
            <a:r>
              <a:rPr lang="zh-CN" altLang="zh-CN" sz="2000" b="1" kern="10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是</a:t>
            </a:r>
            <a:r>
              <a:rPr lang="zh-CN" altLang="zh-CN" sz="2000" b="1" kern="1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研究的原子、分子，固体以及原子核物理的微观结构的近代物理基础科学。</a:t>
            </a:r>
            <a:endParaRPr lang="en-US" altLang="zh-CN" sz="2000" b="1" kern="100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zh-CN" sz="2000" b="1" kern="1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本课程的基本任务是</a:t>
            </a:r>
            <a:r>
              <a:rPr lang="zh-CN" altLang="zh-CN" sz="2000" b="1" kern="1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在</a:t>
            </a:r>
            <a:r>
              <a:rPr lang="en-US" altLang="zh-CN" sz="2000" b="1" kern="1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48</a:t>
            </a:r>
            <a:r>
              <a:rPr lang="zh-CN" altLang="zh-CN" sz="2000" b="1" kern="1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学</a:t>
            </a:r>
            <a:r>
              <a:rPr lang="zh-CN" altLang="zh-CN" sz="2000" b="1" kern="1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时左右的时间内讲授原子的基本状况、原子模型、单电子原子、多电子原子、分子结构、固体、原子核和粒子物理等部分内容。</a:t>
            </a:r>
          </a:p>
        </p:txBody>
      </p:sp>
      <p:sp>
        <p:nvSpPr>
          <p:cNvPr id="3" name="矩形 2"/>
          <p:cNvSpPr/>
          <p:nvPr/>
        </p:nvSpPr>
        <p:spPr>
          <a:xfrm>
            <a:off x="335431" y="3916431"/>
            <a:ext cx="11187112" cy="234775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zh-CN" sz="2000" b="1" kern="1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通过学习本课程能使学生掌近代物理的原子物理部分基本概念、基本原理、实验方法和实验现象，不但应该对原子的基本概念和基本原理有比较系统的理解，而且应能够掌握处理原子物理问题的一般方法，进而培养解决一般微观原子物理问题所必需的理论和实验能力，达到进一步学习和从事物理研究工作打下坚实基础的目的。在学习物理课程中要注意理解实验是检验真理的标准，科学是逐步的不断地发展的，对微观体系不能要求都按宏观规律来描述。</a:t>
            </a:r>
          </a:p>
        </p:txBody>
      </p:sp>
      <p:sp>
        <p:nvSpPr>
          <p:cNvPr id="7173" name="标题 1"/>
          <p:cNvSpPr txBox="1">
            <a:spLocks/>
          </p:cNvSpPr>
          <p:nvPr/>
        </p:nvSpPr>
        <p:spPr bwMode="auto">
          <a:xfrm>
            <a:off x="335431" y="3159194"/>
            <a:ext cx="9404350" cy="7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2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课程基本要求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347384" y="466865"/>
            <a:ext cx="9952515" cy="801388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课程内容</a:t>
            </a:r>
          </a:p>
        </p:txBody>
      </p:sp>
      <p:sp>
        <p:nvSpPr>
          <p:cNvPr id="2" name="矩形 1"/>
          <p:cNvSpPr/>
          <p:nvPr/>
        </p:nvSpPr>
        <p:spPr>
          <a:xfrm>
            <a:off x="502444" y="1137957"/>
            <a:ext cx="11187112" cy="56324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Clr>
                <a:srgbClr val="41B0B9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b="1" kern="100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第一章 前期量子论。</a:t>
            </a:r>
            <a:endParaRPr lang="en-US" altLang="zh-CN" sz="2000" b="1" kern="100" dirty="0">
              <a:latin typeface="方正新书宋简体" panose="03000509000000000000" pitchFamily="65" charset="-122"/>
              <a:ea typeface="方正新书宋简体" panose="03000509000000000000" pitchFamily="65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400" b="1" kern="100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介绍原子模型的历史演化，氢原子光谱，巴耳末系，普朗克量子化，卢瑟福散射实验，阐明卢瑟福原子核式模型，着重掌握波尔的氢原子理论和应用。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Clr>
                <a:srgbClr val="41B0B9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b="1" kern="100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第二章 量子力学初步。</a:t>
            </a:r>
            <a:endParaRPr lang="en-US" altLang="zh-CN" sz="2000" b="1" kern="100" dirty="0">
              <a:latin typeface="方正新书宋简体" panose="03000509000000000000" pitchFamily="65" charset="-122"/>
              <a:ea typeface="方正新书宋简体" panose="03000509000000000000" pitchFamily="65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400" b="1" kern="100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介绍物质的波粒二象性、测不准原理、薛定谔波动方程、量子力学几个简例和量子力学对氢原子的描述。使学生会用量子物理概念思考领会微观物理的基本规律。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Clr>
                <a:srgbClr val="41B0B9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b="1" kern="100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第三章 单电子原子与多电子原子。</a:t>
            </a:r>
            <a:endParaRPr lang="en-US" altLang="zh-CN" sz="2000" b="1" kern="100" dirty="0">
              <a:latin typeface="方正新书宋简体" panose="03000509000000000000" pitchFamily="65" charset="-122"/>
              <a:ea typeface="方正新书宋简体" panose="03000509000000000000" pitchFamily="65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400" b="1" kern="100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阐明单电子原子氢原子和碱金属原子光谱规律、电子自旋概念，电子自旋与轨道的相互作用，氢原子光谱的精细结构，磁矩。重点掌握碱金属原子态的符号。阐明多原子氦原子核碱金属基态，原子基态的电子组态、泡利不相容原理，复杂光谱的一般规律。重点掌握</a:t>
            </a:r>
            <a:r>
              <a:rPr lang="en-US" altLang="zh-CN" sz="1400" b="1" kern="100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LS</a:t>
            </a:r>
            <a:r>
              <a:rPr lang="zh-CN" altLang="en-US" sz="1400" b="1" kern="100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耦合电子组态，一般掌握</a:t>
            </a:r>
            <a:r>
              <a:rPr lang="en-US" altLang="zh-CN" sz="1400" b="1" kern="100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JJ</a:t>
            </a:r>
            <a:r>
              <a:rPr lang="zh-CN" altLang="en-US" sz="1400" b="1" kern="100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耦合电子组态。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Clr>
                <a:srgbClr val="41B0B9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b="1" kern="100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第四章 原子磁性，分子和固体。</a:t>
            </a:r>
            <a:endParaRPr lang="en-US" altLang="zh-CN" sz="2000" b="1" kern="100" dirty="0">
              <a:latin typeface="方正新书宋简体" panose="03000509000000000000" pitchFamily="65" charset="-122"/>
              <a:ea typeface="方正新书宋简体" panose="03000509000000000000" pitchFamily="65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400" b="1" kern="100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介绍磁场中的原子磁矩、史特恩</a:t>
            </a:r>
            <a:r>
              <a:rPr lang="en-US" altLang="zh-CN" sz="1400" b="1" kern="100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-</a:t>
            </a:r>
            <a:r>
              <a:rPr lang="zh-CN" altLang="en-US" sz="1400" b="1" kern="100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盖拉赫实验、塞满效应、抗磁性、顺磁性和铁磁性。一般介绍元素周期表，原子的电子壳层结构，原子基态的电子组态。一般介绍</a:t>
            </a:r>
            <a:r>
              <a:rPr lang="en-US" altLang="zh-CN" sz="1400" b="1" kern="100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X</a:t>
            </a:r>
            <a:r>
              <a:rPr lang="zh-CN" altLang="en-US" sz="1400" b="1" kern="100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射线的产生和特性及应用。一般介绍分子结构和分子光谱，固体的晶体类型。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Clr>
                <a:srgbClr val="41B0B9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b="1" kern="100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第五章 原子核与粒子物理。</a:t>
            </a:r>
            <a:endParaRPr lang="en-US" altLang="zh-CN" sz="2000" b="1" kern="100" dirty="0">
              <a:latin typeface="方正新书宋简体" panose="03000509000000000000" pitchFamily="65" charset="-122"/>
              <a:ea typeface="方正新书宋简体" panose="03000509000000000000" pitchFamily="65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400" b="1" kern="100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简单介绍原子核的基本性质，原子核反应物理知识。简单介绍粒子物理的基本知识，初浅的了解基本相互作用，夸克模型和大统一论理论。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课本及参考书目</a:t>
            </a:r>
            <a:endParaRPr lang="zh-CN" altLang="en-US" b="1" dirty="0" smtClean="0">
              <a:latin typeface="方正新书宋简体" panose="03000509000000000000" pitchFamily="65" charset="-122"/>
              <a:ea typeface="方正新书宋简体" panose="03000509000000000000" pitchFamily="65" charset="-122"/>
            </a:endParaRPr>
          </a:p>
        </p:txBody>
      </p:sp>
      <p:pic>
        <p:nvPicPr>
          <p:cNvPr id="9219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1331913"/>
            <a:ext cx="3209925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113" y="1331913"/>
            <a:ext cx="3205162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938" y="1331913"/>
            <a:ext cx="3154362" cy="431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082014"/>
              </p:ext>
            </p:extLst>
          </p:nvPr>
        </p:nvGraphicFramePr>
        <p:xfrm>
          <a:off x="0" y="5906635"/>
          <a:ext cx="12192000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448501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4225933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2395097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solidFill>
                            <a:schemeClr val="tx1"/>
                          </a:solidFill>
                          <a:ea typeface="方正新书宋简体" panose="03000509000000000000" pitchFamily="65" charset="-122"/>
                        </a:rPr>
                        <a:t>近代物理学（王永昌）</a:t>
                      </a:r>
                      <a:endParaRPr lang="zh-CN" altLang="en-US" sz="1800" dirty="0">
                        <a:solidFill>
                          <a:schemeClr val="tx1"/>
                        </a:solidFill>
                        <a:ea typeface="方正新书宋简体" panose="03000509000000000000" pitchFamily="65" charset="-122"/>
                      </a:endParaRPr>
                    </a:p>
                  </a:txBody>
                  <a:tcPr marT="45798" marB="4579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solidFill>
                            <a:schemeClr val="tx1"/>
                          </a:solidFill>
                          <a:ea typeface="方正新书宋简体" panose="03000509000000000000" pitchFamily="65" charset="-122"/>
                        </a:rPr>
                        <a:t>原子物理学（杨福家）</a:t>
                      </a:r>
                      <a:endParaRPr lang="zh-CN" altLang="en-US" sz="1800" dirty="0">
                        <a:solidFill>
                          <a:schemeClr val="tx1"/>
                        </a:solidFill>
                        <a:ea typeface="方正新书宋简体" panose="03000509000000000000" pitchFamily="65" charset="-122"/>
                      </a:endParaRPr>
                    </a:p>
                  </a:txBody>
                  <a:tcPr marT="45798" marB="4579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solidFill>
                            <a:schemeClr val="tx1"/>
                          </a:solidFill>
                          <a:ea typeface="方正新书宋简体" panose="03000509000000000000" pitchFamily="65" charset="-122"/>
                        </a:rPr>
                        <a:t>原子物理学学习辅导书（吕华平等）</a:t>
                      </a:r>
                      <a:endParaRPr lang="zh-CN" altLang="en-US" sz="1800" dirty="0">
                        <a:solidFill>
                          <a:schemeClr val="tx1"/>
                        </a:solidFill>
                        <a:ea typeface="方正新书宋简体" panose="03000509000000000000" pitchFamily="65" charset="-122"/>
                      </a:endParaRPr>
                    </a:p>
                  </a:txBody>
                  <a:tcPr marT="45798" marB="4579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985809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1679805" y="6278110"/>
            <a:ext cx="646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 smtClean="0">
                <a:ea typeface="方正新书宋简体" panose="03000509000000000000" pitchFamily="65" charset="-122"/>
              </a:rPr>
              <a:t>课本</a:t>
            </a:r>
            <a:endParaRPr lang="zh-CN" altLang="en-US" dirty="0">
              <a:ea typeface="方正新书宋简体" panose="03000509000000000000" pitchFamily="65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657420" y="627811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 smtClean="0">
                <a:ea typeface="方正新书宋简体" panose="03000509000000000000" pitchFamily="65" charset="-122"/>
              </a:rPr>
              <a:t>参考书</a:t>
            </a:r>
            <a:endParaRPr lang="zh-CN" altLang="en-US" dirty="0">
              <a:ea typeface="方正新书宋简体" panose="03000509000000000000" pitchFamily="65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401537" y="627811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 smtClean="0">
                <a:ea typeface="方正新书宋简体" panose="03000509000000000000" pitchFamily="65" charset="-122"/>
              </a:rPr>
              <a:t>参考书</a:t>
            </a:r>
            <a:endParaRPr lang="zh-CN" altLang="en-US" dirty="0">
              <a:ea typeface="方正新书宋简体" panose="03000509000000000000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第一讲 绪论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513" y="1280206"/>
            <a:ext cx="8086433" cy="52267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第一讲 绪论</a:t>
            </a:r>
          </a:p>
        </p:txBody>
      </p:sp>
      <p:sp>
        <p:nvSpPr>
          <p:cNvPr id="10243" name="内容占位符 2"/>
          <p:cNvSpPr>
            <a:spLocks noGrp="1"/>
          </p:cNvSpPr>
          <p:nvPr>
            <p:ph idx="4294967295"/>
          </p:nvPr>
        </p:nvSpPr>
        <p:spPr>
          <a:xfrm>
            <a:off x="588963" y="1456079"/>
            <a:ext cx="8947150" cy="438150"/>
          </a:xfrm>
        </p:spPr>
        <p:txBody>
          <a:bodyPr/>
          <a:lstStyle/>
          <a:p>
            <a:pPr eaLnBrk="1" hangingPunct="1">
              <a:buClr>
                <a:srgbClr val="41B0B9"/>
              </a:buClr>
              <a:buFont typeface="Times New Roman" panose="02020603050405020304" pitchFamily="18" charset="0"/>
              <a:buChar char="►"/>
            </a:pP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1.1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从经典物理到近代物理</a:t>
            </a:r>
            <a:endParaRPr lang="zh-CN" altLang="en-US" sz="2000" b="1" dirty="0" smtClean="0">
              <a:latin typeface="Times New Roman" panose="02020603050405020304" pitchFamily="18" charset="0"/>
              <a:ea typeface="方正新书宋简体" panose="03000509000000000000" pitchFamily="65" charset="-122"/>
              <a:hlinkClick r:id="rId2" action="ppaction://hlinksldjump"/>
            </a:endParaRPr>
          </a:p>
        </p:txBody>
      </p:sp>
      <p:sp>
        <p:nvSpPr>
          <p:cNvPr id="10244" name="文本框 3"/>
          <p:cNvSpPr txBox="1">
            <a:spLocks noChangeArrowheads="1"/>
          </p:cNvSpPr>
          <p:nvPr/>
        </p:nvSpPr>
        <p:spPr bwMode="auto">
          <a:xfrm>
            <a:off x="1045256" y="2050938"/>
            <a:ext cx="94170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力学，热学，光学，电磁学，理论力学，热力学与统计物理学，电动力学，量子力学，</a:t>
            </a:r>
            <a:r>
              <a:rPr lang="en-US" altLang="zh-CN" sz="18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……</a:t>
            </a:r>
            <a:endParaRPr lang="zh-CN" altLang="en-US" sz="1800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1045256" y="2527868"/>
            <a:ext cx="99012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经典物理学达到的几个认识：</a:t>
            </a: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sp>
        <p:nvSpPr>
          <p:cNvPr id="7" name="文本框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987198" y="3034961"/>
            <a:ext cx="99012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物质的组成：世间万物</a:t>
            </a:r>
            <a:r>
              <a: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都是由</a:t>
            </a:r>
            <a:r>
              <a:rPr lang="en-US" altLang="zh-CN" sz="18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80</a:t>
            </a:r>
            <a:r>
              <a: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几种元素的</a:t>
            </a:r>
            <a:r>
              <a: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原子组成</a:t>
            </a:r>
            <a:endParaRPr lang="en-US" altLang="zh-CN" sz="1800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sp>
        <p:nvSpPr>
          <p:cNvPr id="8" name="文本框 7">
            <a:hlinkClick r:id="rId3" action="ppaction://hlinkfile"/>
          </p:cNvPr>
          <p:cNvSpPr txBox="1">
            <a:spLocks noChangeArrowheads="1"/>
          </p:cNvSpPr>
          <p:nvPr/>
        </p:nvSpPr>
        <p:spPr bwMode="auto">
          <a:xfrm>
            <a:off x="987198" y="3488986"/>
            <a:ext cx="99012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最小单位：原子，服从牛顿运动定律</a:t>
            </a:r>
            <a:endParaRPr lang="en-US" altLang="zh-CN" sz="1800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987198" y="3941424"/>
            <a:ext cx="99012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体系的性质：力学</a:t>
            </a:r>
            <a:r>
              <a:rPr lang="en-US" altLang="zh-CN" sz="18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+</a:t>
            </a:r>
            <a:r>
              <a: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统计，解释气体、液体、固体等体系的性质</a:t>
            </a:r>
            <a:endParaRPr lang="en-US" altLang="zh-CN" sz="1800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987198" y="4397036"/>
            <a:ext cx="3959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电磁波：任何辐射和光都是电磁波</a:t>
            </a:r>
            <a:endParaRPr lang="en-US" altLang="zh-CN" sz="1800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987198" y="4852649"/>
            <a:ext cx="2565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能量守恒：物质不灭</a:t>
            </a:r>
            <a:endParaRPr lang="en-US" altLang="zh-CN" sz="1800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8877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/>
      <p:bldP spid="5" grpId="0"/>
      <p:bldP spid="7" grpId="0"/>
      <p:bldP spid="8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第一讲 绪论</a:t>
            </a:r>
          </a:p>
        </p:txBody>
      </p:sp>
      <p:sp>
        <p:nvSpPr>
          <p:cNvPr id="11267" name="文本框 4"/>
          <p:cNvSpPr txBox="1">
            <a:spLocks noChangeArrowheads="1"/>
          </p:cNvSpPr>
          <p:nvPr/>
        </p:nvSpPr>
        <p:spPr bwMode="auto">
          <a:xfrm>
            <a:off x="646113" y="1852613"/>
            <a:ext cx="99012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物理世界的晴朗天空，飘来两朵乌云：</a:t>
            </a: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sp>
        <p:nvSpPr>
          <p:cNvPr id="7" name="文本框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646113" y="2336800"/>
            <a:ext cx="99012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黑体辐射的紫外灾难</a:t>
            </a:r>
            <a:endParaRPr lang="en-US" altLang="zh-CN" sz="1800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646113" y="2790825"/>
            <a:ext cx="99012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麦克尔逊</a:t>
            </a:r>
            <a:r>
              <a:rPr lang="en-US" altLang="zh-CN" sz="18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-</a:t>
            </a:r>
            <a:r>
              <a: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莫雷实验</a:t>
            </a:r>
            <a:endParaRPr lang="en-US" altLang="zh-CN" sz="1800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425" y="1280206"/>
            <a:ext cx="6577013" cy="380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内容占位符 2"/>
          <p:cNvSpPr txBox="1">
            <a:spLocks/>
          </p:cNvSpPr>
          <p:nvPr/>
        </p:nvSpPr>
        <p:spPr>
          <a:xfrm>
            <a:off x="588963" y="1456079"/>
            <a:ext cx="8947150" cy="438150"/>
          </a:xfrm>
        </p:spPr>
        <p:txBody>
          <a:bodyPr/>
          <a:lstStyle>
            <a:lvl1pPr marL="228597" indent="-228597" algn="l" defTabSz="91438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91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86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80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7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>
                <a:srgbClr val="41B0B9"/>
              </a:buClr>
              <a:buFont typeface="Times New Roman" panose="02020603050405020304" pitchFamily="18" charset="0"/>
              <a:buChar char="►"/>
            </a:pPr>
            <a:r>
              <a:rPr lang="en-US" altLang="zh-CN" sz="2000" b="1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1.1 </a:t>
            </a:r>
            <a:r>
              <a:rPr lang="zh-CN" altLang="en-US" sz="2000" b="1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从经典物理到近代物理</a:t>
            </a:r>
            <a:endParaRPr lang="zh-CN" altLang="en-US" sz="2000" b="1" dirty="0" smtClean="0">
              <a:latin typeface="Times New Roman" panose="02020603050405020304" pitchFamily="18" charset="0"/>
              <a:ea typeface="方正新书宋简体" panose="03000509000000000000" pitchFamily="65" charset="-122"/>
              <a:hlinkClick r:id="rId2" action="ppaction://hlinksldjump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61" y="3759994"/>
            <a:ext cx="4576535" cy="24026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第一讲 绪论</a:t>
            </a:r>
          </a:p>
        </p:txBody>
      </p:sp>
      <p:sp>
        <p:nvSpPr>
          <p:cNvPr id="12291" name="文本框 4"/>
          <p:cNvSpPr txBox="1">
            <a:spLocks noChangeArrowheads="1"/>
          </p:cNvSpPr>
          <p:nvPr/>
        </p:nvSpPr>
        <p:spPr bwMode="auto">
          <a:xfrm>
            <a:off x="646113" y="1652588"/>
            <a:ext cx="1582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近代物理学</a:t>
            </a: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sp>
        <p:nvSpPr>
          <p:cNvPr id="7" name="文本框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2228850" y="1652588"/>
            <a:ext cx="5737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以相对论和量子力学为基础建立起来</a:t>
            </a: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</a:endParaRPr>
          </a:p>
        </p:txBody>
      </p:sp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675289981"/>
              </p:ext>
            </p:extLst>
          </p:nvPr>
        </p:nvGraphicFramePr>
        <p:xfrm>
          <a:off x="363256" y="1753644"/>
          <a:ext cx="11574048" cy="45970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内容占位符 2"/>
          <p:cNvSpPr txBox="1">
            <a:spLocks/>
          </p:cNvSpPr>
          <p:nvPr/>
        </p:nvSpPr>
        <p:spPr>
          <a:xfrm>
            <a:off x="623887" y="1315494"/>
            <a:ext cx="8947150" cy="438150"/>
          </a:xfrm>
        </p:spPr>
        <p:txBody>
          <a:bodyPr/>
          <a:lstStyle>
            <a:lvl1pPr marL="228597" indent="-228597" algn="l" defTabSz="91438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91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86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80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7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>
                <a:srgbClr val="41B0B9"/>
              </a:buClr>
              <a:buFont typeface="Times New Roman" panose="02020603050405020304" pitchFamily="18" charset="0"/>
              <a:buChar char="►"/>
            </a:pP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1.1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</a:rPr>
              <a:t>从经典物理到近代物理</a:t>
            </a:r>
            <a:endParaRPr lang="zh-CN" altLang="en-US" sz="2000" b="1" dirty="0" smtClean="0">
              <a:latin typeface="Times New Roman" panose="02020603050405020304" pitchFamily="18" charset="0"/>
              <a:ea typeface="方正新书宋简体" panose="03000509000000000000" pitchFamily="65" charset="-122"/>
              <a:hlinkClick r:id="rId2" action="ppaction://hlinksldjump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Graphic spid="6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第一讲 绪论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4294967295"/>
          </p:nvPr>
        </p:nvSpPr>
        <p:spPr>
          <a:xfrm>
            <a:off x="526211" y="1447801"/>
            <a:ext cx="8945563" cy="438150"/>
          </a:xfrm>
        </p:spPr>
        <p:txBody>
          <a:bodyPr/>
          <a:lstStyle/>
          <a:p>
            <a:pPr eaLnBrk="1" hangingPunct="1">
              <a:buClr>
                <a:srgbClr val="41B0B9"/>
              </a:buClr>
              <a:buFont typeface="Times New Roman" panose="02020603050405020304" pitchFamily="18" charset="0"/>
              <a:buChar char="►"/>
            </a:pP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1.2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近代物理学的基础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原子物理学</a:t>
            </a:r>
            <a:endParaRPr lang="zh-CN" altLang="en-US" sz="2000" b="1" dirty="0" smtClean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rId2" action="ppaction://hlinksldjump"/>
            </a:endParaRPr>
          </a:p>
        </p:txBody>
      </p:sp>
      <p:sp>
        <p:nvSpPr>
          <p:cNvPr id="13316" name="文本框 3"/>
          <p:cNvSpPr txBox="1">
            <a:spLocks noChangeArrowheads="1"/>
          </p:cNvSpPr>
          <p:nvPr/>
        </p:nvSpPr>
        <p:spPr bwMode="auto">
          <a:xfrm>
            <a:off x="1901825" y="2141538"/>
            <a:ext cx="68945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研究原子内部结构以及它们之间相互作用与运动规律的学科</a:t>
            </a:r>
          </a:p>
        </p:txBody>
      </p:sp>
      <p:sp>
        <p:nvSpPr>
          <p:cNvPr id="13317" name="文本框 11"/>
          <p:cNvSpPr txBox="1">
            <a:spLocks noChangeArrowheads="1"/>
          </p:cNvSpPr>
          <p:nvPr/>
        </p:nvSpPr>
        <p:spPr bwMode="auto">
          <a:xfrm>
            <a:off x="1901825" y="2614613"/>
            <a:ext cx="71516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主要讨论原子模型，原子光谱，原子在电磁场中的运动规律等</a:t>
            </a:r>
          </a:p>
        </p:txBody>
      </p:sp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4048640694"/>
              </p:ext>
            </p:extLst>
          </p:nvPr>
        </p:nvGraphicFramePr>
        <p:xfrm>
          <a:off x="1643693" y="3429951"/>
          <a:ext cx="8903222" cy="2119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第一讲 绪论</a:t>
            </a:r>
          </a:p>
        </p:txBody>
      </p:sp>
      <p:pic>
        <p:nvPicPr>
          <p:cNvPr id="14339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88"/>
          <a:stretch>
            <a:fillRect/>
          </a:stretch>
        </p:blipFill>
        <p:spPr bwMode="auto">
          <a:xfrm>
            <a:off x="974725" y="1152525"/>
            <a:ext cx="4748213" cy="544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663" y="1157288"/>
            <a:ext cx="4079875" cy="544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椭圆 4"/>
          <p:cNvSpPr/>
          <p:nvPr/>
        </p:nvSpPr>
        <p:spPr>
          <a:xfrm>
            <a:off x="1290638" y="5449888"/>
            <a:ext cx="4186237" cy="4048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方正新书宋简体" panose="03000509000000000000" pitchFamily="65" charset="-122"/>
              <a:ea typeface="方正新书宋简体" panose="03000509000000000000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6" name="图片 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1144588"/>
            <a:ext cx="8064500" cy="566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元素周期表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母版尝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CB506768-777D-4B12-9CC9-01354EF86361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F49BBFB9-20DF-44C8-AB6F-6503A88DF186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C64F8762-51AA-45A3-89A1-90111EC3B3A6}"/>
    </a:ext>
  </a:extLst>
</a:theme>
</file>

<file path=ppt/theme/theme5.xml><?xml version="1.0" encoding="utf-8"?>
<a:theme xmlns:a="http://schemas.openxmlformats.org/drawingml/2006/main" name="母版尝试-无校徽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0E4F761-CC50-41EA-B1B9-3BFF9F164859}"/>
    </a:ext>
  </a:extLst>
</a:theme>
</file>

<file path=ppt/theme/theme6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1347CAD-8FFD-475F-B990-62B7C3D69B52}"/>
    </a:ext>
  </a:extLst>
</a:theme>
</file>

<file path=ppt/theme/theme7.xml><?xml version="1.0" encoding="utf-8"?>
<a:theme xmlns:a="http://schemas.openxmlformats.org/drawingml/2006/main" name="4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D5229C70-5AFB-4F66-8E7C-A2400D6A6E8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丝状</Template>
  <TotalTime>25394</TotalTime>
  <Words>1390</Words>
  <Application>Microsoft Office PowerPoint</Application>
  <PresentationFormat>宽屏</PresentationFormat>
  <Paragraphs>65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等线</vt:lpstr>
      <vt:lpstr>等线 Light</vt:lpstr>
      <vt:lpstr>方正新书宋简体</vt:lpstr>
      <vt:lpstr>宋体</vt:lpstr>
      <vt:lpstr>Arial</vt:lpstr>
      <vt:lpstr>Calibri</vt:lpstr>
      <vt:lpstr>Times New Roman</vt:lpstr>
      <vt:lpstr>Wingdings</vt:lpstr>
      <vt:lpstr>Wingdings 3</vt:lpstr>
      <vt:lpstr>母版尝试</vt:lpstr>
      <vt:lpstr>1_Office 主题​​</vt:lpstr>
      <vt:lpstr>自定义设计方案</vt:lpstr>
      <vt:lpstr>2_Office 主题​​</vt:lpstr>
      <vt:lpstr>母版尝试-无校徽</vt:lpstr>
      <vt:lpstr>3_Office 主题​​</vt:lpstr>
      <vt:lpstr>4_Office 主题​​</vt:lpstr>
      <vt:lpstr>近 代 物 理 学 选 讲</vt:lpstr>
      <vt:lpstr>课程性质、目的与任务</vt:lpstr>
      <vt:lpstr>课程内容</vt:lpstr>
      <vt:lpstr>课本及参考书目</vt:lpstr>
      <vt:lpstr>第一讲 绪论</vt:lpstr>
      <vt:lpstr>第一讲 绪论</vt:lpstr>
      <vt:lpstr>第一讲 绪论</vt:lpstr>
      <vt:lpstr>第一讲 绪论</vt:lpstr>
      <vt:lpstr>第一讲 绪论</vt:lpstr>
      <vt:lpstr>第一讲 绪论</vt:lpstr>
      <vt:lpstr>元素周期表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Home</dc:creator>
  <cp:lastModifiedBy>Ben</cp:lastModifiedBy>
  <cp:revision>1113</cp:revision>
  <dcterms:created xsi:type="dcterms:W3CDTF">2017-02-21T13:54:52Z</dcterms:created>
  <dcterms:modified xsi:type="dcterms:W3CDTF">2022-02-25T03:17:35Z</dcterms:modified>
</cp:coreProperties>
</file>