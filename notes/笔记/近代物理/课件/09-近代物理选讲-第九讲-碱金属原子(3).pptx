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activeX/activeX1.xml" ContentType="application/vnd.ms-office.activeX+xml"/>
  <Override PartName="/ppt/activeX/activeX1.bin" ContentType="application/vnd.ms-office.activeX"/>
  <Override PartName="/ppt/activeX/activeX2.xml" ContentType="application/vnd.ms-office.activeX+xml"/>
  <Override PartName="/ppt/activeX/activeX2.bin" ContentType="application/vnd.ms-office.activeX"/>
  <Override PartName="/ppt/activeX/activeX3.xml" ContentType="application/vnd.ms-office.activeX+xml"/>
  <Override PartName="/ppt/activeX/activeX3.bin" ContentType="application/vnd.ms-office.activeX"/>
  <Override PartName="/ppt/activeX/activeX4.xml" ContentType="application/vnd.ms-office.activeX+xml"/>
  <Override PartName="/ppt/activeX/activeX4.bin" ContentType="application/vnd.ms-office.activeX"/>
  <Override PartName="/ppt/activeX/activeX5.xml" ContentType="application/vnd.ms-office.activeX+xml"/>
  <Override PartName="/ppt/activeX/activeX5.bin" ContentType="application/vnd.ms-office.activeX"/>
  <Override PartName="/ppt/activeX/activeX6.xml" ContentType="application/vnd.ms-office.activeX+xml"/>
  <Override PartName="/ppt/activeX/activeX6.bin" ContentType="application/vnd.ms-office.activeX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86" r:id="rId2"/>
    <p:sldMasterId id="2147485080" r:id="rId3"/>
    <p:sldMasterId id="2147485084" r:id="rId4"/>
    <p:sldMasterId id="2147485088" r:id="rId5"/>
  </p:sldMasterIdLst>
  <p:sldIdLst>
    <p:sldId id="256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66" r:id="rId15"/>
    <p:sldId id="367" r:id="rId16"/>
    <p:sldId id="368" r:id="rId17"/>
    <p:sldId id="369" r:id="rId18"/>
    <p:sldId id="370" r:id="rId19"/>
    <p:sldId id="423" r:id="rId20"/>
    <p:sldId id="424" r:id="rId21"/>
    <p:sldId id="371" r:id="rId22"/>
    <p:sldId id="372" r:id="rId23"/>
    <p:sldId id="425" r:id="rId24"/>
    <p:sldId id="373" r:id="rId25"/>
    <p:sldId id="374" r:id="rId26"/>
    <p:sldId id="375" r:id="rId27"/>
    <p:sldId id="376" r:id="rId28"/>
    <p:sldId id="377" r:id="rId29"/>
    <p:sldId id="426" r:id="rId30"/>
    <p:sldId id="427" r:id="rId31"/>
    <p:sldId id="428" r:id="rId32"/>
    <p:sldId id="429" r:id="rId33"/>
    <p:sldId id="430" r:id="rId34"/>
    <p:sldId id="431" r:id="rId3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D3VSBaTO6Nsq1KD1WMdNEQ==" hashData="YVI8RV0nYuby/cKSk3f/jqE2mFZsNJpjm40RhjhY4oJNspMtkJ/e6k0t/BI4Z3HbTlAnSYo2fUwrvH36Eifde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EEF"/>
    <a:srgbClr val="B8D8D7"/>
    <a:srgbClr val="8497B0"/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activeX1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D27CDB6E-AE6D-11CF-96B8-444553540000}" ax:persistence="persistStorage" r:id="rId1"/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4" Type="http://schemas.openxmlformats.org/officeDocument/2006/relationships/image" Target="../media/image2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3" Type="http://schemas.openxmlformats.org/officeDocument/2006/relationships/image" Target="../media/image32.w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w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4" Type="http://schemas.openxmlformats.org/officeDocument/2006/relationships/image" Target="../media/image33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10" Type="http://schemas.openxmlformats.org/officeDocument/2006/relationships/image" Target="../media/image78.wmf"/><Relationship Id="rId4" Type="http://schemas.openxmlformats.org/officeDocument/2006/relationships/image" Target="../media/image72.wmf"/><Relationship Id="rId9" Type="http://schemas.openxmlformats.org/officeDocument/2006/relationships/image" Target="../media/image7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86.wmf"/><Relationship Id="rId3" Type="http://schemas.openxmlformats.org/officeDocument/2006/relationships/image" Target="../media/image81.wmf"/><Relationship Id="rId7" Type="http://schemas.openxmlformats.org/officeDocument/2006/relationships/image" Target="../media/image85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6" Type="http://schemas.openxmlformats.org/officeDocument/2006/relationships/image" Target="../media/image84.wmf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1.emf"/><Relationship Id="rId3" Type="http://schemas.openxmlformats.org/officeDocument/2006/relationships/image" Target="../media/image85.wmf"/><Relationship Id="rId7" Type="http://schemas.openxmlformats.org/officeDocument/2006/relationships/image" Target="../media/image90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9.emf"/><Relationship Id="rId5" Type="http://schemas.openxmlformats.org/officeDocument/2006/relationships/image" Target="../media/image88.wmf"/><Relationship Id="rId4" Type="http://schemas.openxmlformats.org/officeDocument/2006/relationships/image" Target="../media/image86.wmf"/><Relationship Id="rId9" Type="http://schemas.openxmlformats.org/officeDocument/2006/relationships/image" Target="../media/image9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wmf"/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4.wmf"/><Relationship Id="rId5" Type="http://schemas.openxmlformats.org/officeDocument/2006/relationships/image" Target="../media/image108.wmf"/><Relationship Id="rId4" Type="http://schemas.openxmlformats.org/officeDocument/2006/relationships/image" Target="../media/image107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wmf"/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wmf"/><Relationship Id="rId2" Type="http://schemas.openxmlformats.org/officeDocument/2006/relationships/image" Target="../media/image128.wmf"/><Relationship Id="rId1" Type="http://schemas.openxmlformats.org/officeDocument/2006/relationships/image" Target="../media/image127.wmf"/><Relationship Id="rId4" Type="http://schemas.openxmlformats.org/officeDocument/2006/relationships/image" Target="../media/image130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wmf"/><Relationship Id="rId2" Type="http://schemas.openxmlformats.org/officeDocument/2006/relationships/image" Target="../media/image132.wmf"/><Relationship Id="rId1" Type="http://schemas.openxmlformats.org/officeDocument/2006/relationships/image" Target="../media/image131.wmf"/><Relationship Id="rId5" Type="http://schemas.openxmlformats.org/officeDocument/2006/relationships/image" Target="../media/image135.wmf"/><Relationship Id="rId4" Type="http://schemas.openxmlformats.org/officeDocument/2006/relationships/image" Target="../media/image134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wmf"/><Relationship Id="rId13" Type="http://schemas.openxmlformats.org/officeDocument/2006/relationships/image" Target="../media/image148.wmf"/><Relationship Id="rId18" Type="http://schemas.openxmlformats.org/officeDocument/2006/relationships/image" Target="../media/image153.wmf"/><Relationship Id="rId3" Type="http://schemas.openxmlformats.org/officeDocument/2006/relationships/image" Target="../media/image138.wmf"/><Relationship Id="rId7" Type="http://schemas.openxmlformats.org/officeDocument/2006/relationships/image" Target="../media/image142.wmf"/><Relationship Id="rId12" Type="http://schemas.openxmlformats.org/officeDocument/2006/relationships/image" Target="../media/image147.wmf"/><Relationship Id="rId17" Type="http://schemas.openxmlformats.org/officeDocument/2006/relationships/image" Target="../media/image152.wmf"/><Relationship Id="rId2" Type="http://schemas.openxmlformats.org/officeDocument/2006/relationships/image" Target="../media/image137.wmf"/><Relationship Id="rId16" Type="http://schemas.openxmlformats.org/officeDocument/2006/relationships/image" Target="../media/image151.wmf"/><Relationship Id="rId1" Type="http://schemas.openxmlformats.org/officeDocument/2006/relationships/image" Target="../media/image136.wmf"/><Relationship Id="rId6" Type="http://schemas.openxmlformats.org/officeDocument/2006/relationships/image" Target="../media/image141.wmf"/><Relationship Id="rId11" Type="http://schemas.openxmlformats.org/officeDocument/2006/relationships/image" Target="../media/image146.wmf"/><Relationship Id="rId5" Type="http://schemas.openxmlformats.org/officeDocument/2006/relationships/image" Target="../media/image140.wmf"/><Relationship Id="rId15" Type="http://schemas.openxmlformats.org/officeDocument/2006/relationships/image" Target="../media/image150.wmf"/><Relationship Id="rId10" Type="http://schemas.openxmlformats.org/officeDocument/2006/relationships/image" Target="../media/image145.wmf"/><Relationship Id="rId4" Type="http://schemas.openxmlformats.org/officeDocument/2006/relationships/image" Target="../media/image139.wmf"/><Relationship Id="rId9" Type="http://schemas.openxmlformats.org/officeDocument/2006/relationships/image" Target="../media/image144.wmf"/><Relationship Id="rId14" Type="http://schemas.openxmlformats.org/officeDocument/2006/relationships/image" Target="../media/image14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41728387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1852522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2" name="矩形 11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43580" y="-5843588"/>
            <a:ext cx="504825" cy="12192001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1215" y="-4473"/>
            <a:ext cx="12193200" cy="50719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-1215" y="2298253"/>
            <a:ext cx="12193200" cy="4551121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/>
        </p:nvSpPr>
        <p:spPr>
          <a:xfrm>
            <a:off x="0" y="502725"/>
            <a:ext cx="12193200" cy="1800000"/>
          </a:xfrm>
          <a:prstGeom prst="rect">
            <a:avLst/>
          </a:prstGeom>
          <a:solidFill>
            <a:srgbClr val="E4EEE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672083"/>
            <a:ext cx="4837212" cy="540000"/>
          </a:xfrm>
          <a:prstGeom prst="rect">
            <a:avLst/>
          </a:prstGeom>
          <a:solidFill>
            <a:srgbClr val="8497B0"/>
          </a:solidFill>
          <a:ln>
            <a:solidFill>
              <a:srgbClr val="8497B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4335780" y="1015667"/>
            <a:ext cx="7856220" cy="36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0" y="1327409"/>
            <a:ext cx="8985543" cy="525316"/>
          </a:xfrm>
          <a:prstGeom prst="rect">
            <a:avLst/>
          </a:prstGeom>
          <a:solidFill>
            <a:srgbClr val="B8D8D7"/>
          </a:solidFill>
          <a:ln>
            <a:solidFill>
              <a:srgbClr val="B8D8D7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4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135155"/>
            <a:ext cx="12193200" cy="345600"/>
            <a:chOff x="0" y="502725"/>
            <a:chExt cx="12193200" cy="1800000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502725"/>
              <a:ext cx="12193200" cy="1800000"/>
            </a:xfrm>
            <a:prstGeom prst="rect">
              <a:avLst/>
            </a:prstGeom>
            <a:solidFill>
              <a:srgbClr val="E4EEEF"/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672083"/>
              <a:ext cx="4837212" cy="540000"/>
            </a:xfrm>
            <a:prstGeom prst="rect">
              <a:avLst/>
            </a:prstGeom>
            <a:solidFill>
              <a:srgbClr val="8497B0"/>
            </a:solidFill>
            <a:ln>
              <a:solidFill>
                <a:srgbClr val="8497B0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4335780" y="1015667"/>
              <a:ext cx="7856220" cy="36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0" y="1327407"/>
              <a:ext cx="8985543" cy="525318"/>
            </a:xfrm>
            <a:prstGeom prst="rect">
              <a:avLst/>
            </a:prstGeom>
            <a:solidFill>
              <a:srgbClr val="B8D8D7"/>
            </a:solidFill>
            <a:ln>
              <a:solidFill>
                <a:srgbClr val="B8D8D7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1345391" y="1955"/>
            <a:ext cx="612000" cy="6120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3"/>
          <a:srcRect r="67965"/>
          <a:stretch/>
        </p:blipFill>
        <p:spPr>
          <a:xfrm>
            <a:off x="11369365" y="30570"/>
            <a:ext cx="571476" cy="5661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819507" y="3795623"/>
            <a:ext cx="9372493" cy="306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31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9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2.wmf"/><Relationship Id="rId11" Type="http://schemas.openxmlformats.org/officeDocument/2006/relationships/image" Target="../media/image13.emf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11" Type="http://schemas.openxmlformats.org/officeDocument/2006/relationships/image" Target="../media/image29.jpeg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8.wmf"/><Relationship Id="rId4" Type="http://schemas.openxmlformats.org/officeDocument/2006/relationships/image" Target="../media/image25.wmf"/><Relationship Id="rId9" Type="http://schemas.openxmlformats.org/officeDocument/2006/relationships/oleObject" Target="../embeddings/oleObject1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7.wmf"/><Relationship Id="rId26" Type="http://schemas.openxmlformats.org/officeDocument/2006/relationships/image" Target="../media/image41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36.wmf"/><Relationship Id="rId20" Type="http://schemas.openxmlformats.org/officeDocument/2006/relationships/image" Target="../media/image38.wmf"/><Relationship Id="rId29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40.wmf"/><Relationship Id="rId32" Type="http://schemas.openxmlformats.org/officeDocument/2006/relationships/image" Target="../media/image44.wmf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42.wmf"/><Relationship Id="rId10" Type="http://schemas.openxmlformats.org/officeDocument/2006/relationships/image" Target="../media/image33.wmf"/><Relationship Id="rId19" Type="http://schemas.openxmlformats.org/officeDocument/2006/relationships/oleObject" Target="../embeddings/oleObject28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30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5.wmf"/><Relationship Id="rId22" Type="http://schemas.openxmlformats.org/officeDocument/2006/relationships/image" Target="../media/image39.w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43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46.wmf"/><Relationship Id="rId2" Type="http://schemas.openxmlformats.org/officeDocument/2006/relationships/control" Target="../activeX/activeX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36.bin"/><Relationship Id="rId5" Type="http://schemas.openxmlformats.org/officeDocument/2006/relationships/image" Target="../media/image45.wmf"/><Relationship Id="rId4" Type="http://schemas.openxmlformats.org/officeDocument/2006/relationships/oleObject" Target="../embeddings/oleObject3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44.bin"/><Relationship Id="rId3" Type="http://schemas.openxmlformats.org/officeDocument/2006/relationships/image" Target="../media/image56.jpeg"/><Relationship Id="rId7" Type="http://schemas.openxmlformats.org/officeDocument/2006/relationships/image" Target="../media/image49.w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4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51.wmf"/><Relationship Id="rId5" Type="http://schemas.openxmlformats.org/officeDocument/2006/relationships/image" Target="../media/image48.wmf"/><Relationship Id="rId15" Type="http://schemas.openxmlformats.org/officeDocument/2006/relationships/image" Target="../media/image53.wmf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55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50.wmf"/><Relationship Id="rId14" Type="http://schemas.openxmlformats.org/officeDocument/2006/relationships/oleObject" Target="../embeddings/oleObject4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3" Type="http://schemas.openxmlformats.org/officeDocument/2006/relationships/image" Target="../media/image56.jpeg"/><Relationship Id="rId7" Type="http://schemas.openxmlformats.org/officeDocument/2006/relationships/image" Target="../media/image5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60.wmf"/><Relationship Id="rId5" Type="http://schemas.openxmlformats.org/officeDocument/2006/relationships/image" Target="../media/image57.wmf"/><Relationship Id="rId10" Type="http://schemas.openxmlformats.org/officeDocument/2006/relationships/oleObject" Target="../embeddings/oleObject48.bin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.bin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56.bin"/><Relationship Id="rId3" Type="http://schemas.openxmlformats.org/officeDocument/2006/relationships/image" Target="../media/image56.jpeg"/><Relationship Id="rId7" Type="http://schemas.openxmlformats.org/officeDocument/2006/relationships/image" Target="../media/image62.wmf"/><Relationship Id="rId12" Type="http://schemas.openxmlformats.org/officeDocument/2006/relationships/oleObject" Target="../embeddings/oleObject53.bin"/><Relationship Id="rId17" Type="http://schemas.openxmlformats.org/officeDocument/2006/relationships/image" Target="../media/image67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55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0.bin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5" Type="http://schemas.openxmlformats.org/officeDocument/2006/relationships/image" Target="../media/image66.wmf"/><Relationship Id="rId10" Type="http://schemas.openxmlformats.org/officeDocument/2006/relationships/oleObject" Target="../embeddings/oleObject52.bin"/><Relationship Id="rId19" Type="http://schemas.openxmlformats.org/officeDocument/2006/relationships/image" Target="../media/image68.wmf"/><Relationship Id="rId4" Type="http://schemas.openxmlformats.org/officeDocument/2006/relationships/oleObject" Target="../embeddings/oleObject49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5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2.bin"/><Relationship Id="rId18" Type="http://schemas.openxmlformats.org/officeDocument/2006/relationships/image" Target="../media/image76.wmf"/><Relationship Id="rId3" Type="http://schemas.openxmlformats.org/officeDocument/2006/relationships/oleObject" Target="../embeddings/oleObject57.bin"/><Relationship Id="rId21" Type="http://schemas.openxmlformats.org/officeDocument/2006/relationships/oleObject" Target="../embeddings/oleObject66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3.wmf"/><Relationship Id="rId17" Type="http://schemas.openxmlformats.org/officeDocument/2006/relationships/oleObject" Target="../embeddings/oleObject6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3.bin"/><Relationship Id="rId10" Type="http://schemas.openxmlformats.org/officeDocument/2006/relationships/image" Target="../media/image72.wmf"/><Relationship Id="rId19" Type="http://schemas.openxmlformats.org/officeDocument/2006/relationships/oleObject" Target="../embeddings/oleObject65.bin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4.wmf"/><Relationship Id="rId22" Type="http://schemas.openxmlformats.org/officeDocument/2006/relationships/image" Target="../media/image7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image" Target="../media/image83.wmf"/><Relationship Id="rId18" Type="http://schemas.openxmlformats.org/officeDocument/2006/relationships/oleObject" Target="../embeddings/oleObject74.bin"/><Relationship Id="rId3" Type="http://schemas.openxmlformats.org/officeDocument/2006/relationships/oleObject" Target="../embeddings/oleObject67.bin"/><Relationship Id="rId21" Type="http://schemas.openxmlformats.org/officeDocument/2006/relationships/oleObject" Target="../embeddings/oleObject76.bin"/><Relationship Id="rId7" Type="http://schemas.openxmlformats.org/officeDocument/2006/relationships/oleObject" Target="../embeddings/oleObject69.bin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85.w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0.wmf"/><Relationship Id="rId11" Type="http://schemas.openxmlformats.org/officeDocument/2006/relationships/image" Target="../media/image87.emf"/><Relationship Id="rId5" Type="http://schemas.openxmlformats.org/officeDocument/2006/relationships/oleObject" Target="../embeddings/oleObject68.bin"/><Relationship Id="rId15" Type="http://schemas.openxmlformats.org/officeDocument/2006/relationships/image" Target="../media/image84.wmf"/><Relationship Id="rId23" Type="http://schemas.openxmlformats.org/officeDocument/2006/relationships/oleObject" Target="../embeddings/oleObject78.bin"/><Relationship Id="rId10" Type="http://schemas.openxmlformats.org/officeDocument/2006/relationships/image" Target="../media/image82.wmf"/><Relationship Id="rId19" Type="http://schemas.openxmlformats.org/officeDocument/2006/relationships/image" Target="../media/image86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70.bin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7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75.bin"/><Relationship Id="rId18" Type="http://schemas.openxmlformats.org/officeDocument/2006/relationships/image" Target="../media/image88.wmf"/><Relationship Id="rId3" Type="http://schemas.openxmlformats.org/officeDocument/2006/relationships/slideLayout" Target="../slideLayouts/slideLayout4.xml"/><Relationship Id="rId21" Type="http://schemas.openxmlformats.org/officeDocument/2006/relationships/oleObject" Target="../embeddings/oleObject81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86.wmf"/><Relationship Id="rId17" Type="http://schemas.openxmlformats.org/officeDocument/2006/relationships/oleObject" Target="../embeddings/oleObject79.bin"/><Relationship Id="rId25" Type="http://schemas.openxmlformats.org/officeDocument/2006/relationships/image" Target="../media/image92.wmf"/><Relationship Id="rId2" Type="http://schemas.openxmlformats.org/officeDocument/2006/relationships/control" Target="../activeX/activeX3.xml"/><Relationship Id="rId16" Type="http://schemas.openxmlformats.org/officeDocument/2006/relationships/oleObject" Target="../embeddings/oleObject78.bin"/><Relationship Id="rId20" Type="http://schemas.openxmlformats.org/officeDocument/2006/relationships/image" Target="../media/image89.e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4.bin"/><Relationship Id="rId24" Type="http://schemas.openxmlformats.org/officeDocument/2006/relationships/image" Target="../media/image91.emf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7.bin"/><Relationship Id="rId23" Type="http://schemas.openxmlformats.org/officeDocument/2006/relationships/oleObject" Target="../embeddings/oleObject82.bin"/><Relationship Id="rId10" Type="http://schemas.openxmlformats.org/officeDocument/2006/relationships/image" Target="../media/image85.wmf"/><Relationship Id="rId19" Type="http://schemas.openxmlformats.org/officeDocument/2006/relationships/oleObject" Target="../embeddings/oleObject80.bin"/><Relationship Id="rId4" Type="http://schemas.openxmlformats.org/officeDocument/2006/relationships/image" Target="../media/image93.emf"/><Relationship Id="rId9" Type="http://schemas.openxmlformats.org/officeDocument/2006/relationships/oleObject" Target="../embeddings/oleObject73.bin"/><Relationship Id="rId14" Type="http://schemas.openxmlformats.org/officeDocument/2006/relationships/oleObject" Target="../embeddings/oleObject76.bin"/><Relationship Id="rId22" Type="http://schemas.openxmlformats.org/officeDocument/2006/relationships/image" Target="../media/image90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95.wmf"/><Relationship Id="rId2" Type="http://schemas.openxmlformats.org/officeDocument/2006/relationships/control" Target="../activeX/activeX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84.bin"/><Relationship Id="rId5" Type="http://schemas.openxmlformats.org/officeDocument/2006/relationships/image" Target="../media/image94.wmf"/><Relationship Id="rId4" Type="http://schemas.openxmlformats.org/officeDocument/2006/relationships/oleObject" Target="../embeddings/oleObject83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98.wmf"/><Relationship Id="rId2" Type="http://schemas.openxmlformats.org/officeDocument/2006/relationships/control" Target="../activeX/activeX5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86.bin"/><Relationship Id="rId5" Type="http://schemas.openxmlformats.org/officeDocument/2006/relationships/image" Target="../media/image97.wmf"/><Relationship Id="rId10" Type="http://schemas.openxmlformats.org/officeDocument/2006/relationships/image" Target="../media/image100.wmf"/><Relationship Id="rId4" Type="http://schemas.openxmlformats.org/officeDocument/2006/relationships/oleObject" Target="../embeddings/oleObject85.bin"/><Relationship Id="rId9" Type="http://schemas.openxmlformats.org/officeDocument/2006/relationships/image" Target="../media/image99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0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05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0" Type="http://schemas.openxmlformats.org/officeDocument/2006/relationships/image" Target="../media/image107.e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9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01.bin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12" Type="http://schemas.openxmlformats.org/officeDocument/2006/relationships/image" Target="../media/image11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00.bin"/><Relationship Id="rId5" Type="http://schemas.openxmlformats.org/officeDocument/2006/relationships/oleObject" Target="../embeddings/oleObject97.bin"/><Relationship Id="rId10" Type="http://schemas.openxmlformats.org/officeDocument/2006/relationships/image" Target="../media/image112.wmf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99.bin"/><Relationship Id="rId14" Type="http://schemas.openxmlformats.org/officeDocument/2006/relationships/image" Target="../media/image11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wmf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116.wmf"/><Relationship Id="rId2" Type="http://schemas.openxmlformats.org/officeDocument/2006/relationships/control" Target="../activeX/activeX6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115.wmf"/><Relationship Id="rId4" Type="http://schemas.openxmlformats.org/officeDocument/2006/relationships/oleObject" Target="../embeddings/oleObject10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09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11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08.bin"/><Relationship Id="rId5" Type="http://schemas.openxmlformats.org/officeDocument/2006/relationships/oleObject" Target="../embeddings/oleObject105.bin"/><Relationship Id="rId15" Type="http://schemas.openxmlformats.org/officeDocument/2006/relationships/oleObject" Target="../embeddings/oleObject110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12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07.bin"/><Relationship Id="rId14" Type="http://schemas.openxmlformats.org/officeDocument/2006/relationships/image" Target="../media/image12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8.wmf"/><Relationship Id="rId5" Type="http://schemas.openxmlformats.org/officeDocument/2006/relationships/oleObject" Target="../embeddings/oleObject114.bin"/><Relationship Id="rId10" Type="http://schemas.openxmlformats.org/officeDocument/2006/relationships/image" Target="../media/image130.wmf"/><Relationship Id="rId4" Type="http://schemas.openxmlformats.org/officeDocument/2006/relationships/image" Target="../media/image127.wmf"/><Relationship Id="rId9" Type="http://schemas.openxmlformats.org/officeDocument/2006/relationships/oleObject" Target="../embeddings/oleObject11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oleObject" Target="../embeddings/oleObject117.bin"/><Relationship Id="rId7" Type="http://schemas.openxmlformats.org/officeDocument/2006/relationships/oleObject" Target="../embeddings/oleObject119.bin"/><Relationship Id="rId12" Type="http://schemas.openxmlformats.org/officeDocument/2006/relationships/image" Target="../media/image13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2.wmf"/><Relationship Id="rId11" Type="http://schemas.openxmlformats.org/officeDocument/2006/relationships/oleObject" Target="../embeddings/oleObject121.bin"/><Relationship Id="rId5" Type="http://schemas.openxmlformats.org/officeDocument/2006/relationships/oleObject" Target="../embeddings/oleObject118.bin"/><Relationship Id="rId10" Type="http://schemas.openxmlformats.org/officeDocument/2006/relationships/image" Target="../media/image134.wmf"/><Relationship Id="rId4" Type="http://schemas.openxmlformats.org/officeDocument/2006/relationships/image" Target="../media/image131.wmf"/><Relationship Id="rId9" Type="http://schemas.openxmlformats.org/officeDocument/2006/relationships/oleObject" Target="../embeddings/oleObject120.bin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7.bin"/><Relationship Id="rId18" Type="http://schemas.openxmlformats.org/officeDocument/2006/relationships/image" Target="../media/image143.wmf"/><Relationship Id="rId26" Type="http://schemas.openxmlformats.org/officeDocument/2006/relationships/image" Target="../media/image147.wmf"/><Relationship Id="rId39" Type="http://schemas.openxmlformats.org/officeDocument/2006/relationships/oleObject" Target="../embeddings/oleObject143.bin"/><Relationship Id="rId21" Type="http://schemas.openxmlformats.org/officeDocument/2006/relationships/oleObject" Target="../embeddings/oleObject131.bin"/><Relationship Id="rId34" Type="http://schemas.openxmlformats.org/officeDocument/2006/relationships/oleObject" Target="../embeddings/oleObject138.bin"/><Relationship Id="rId42" Type="http://schemas.openxmlformats.org/officeDocument/2006/relationships/oleObject" Target="../embeddings/oleObject146.bin"/><Relationship Id="rId47" Type="http://schemas.openxmlformats.org/officeDocument/2006/relationships/image" Target="../media/image152.wmf"/><Relationship Id="rId50" Type="http://schemas.openxmlformats.org/officeDocument/2006/relationships/oleObject" Target="../embeddings/oleObject152.bin"/><Relationship Id="rId55" Type="http://schemas.openxmlformats.org/officeDocument/2006/relationships/oleObject" Target="../embeddings/oleObject156.bin"/><Relationship Id="rId63" Type="http://schemas.openxmlformats.org/officeDocument/2006/relationships/oleObject" Target="../embeddings/oleObject164.bin"/><Relationship Id="rId7" Type="http://schemas.openxmlformats.org/officeDocument/2006/relationships/oleObject" Target="../embeddings/oleObject124.bin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142.wmf"/><Relationship Id="rId29" Type="http://schemas.openxmlformats.org/officeDocument/2006/relationships/oleObject" Target="../embeddings/oleObject135.bin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46.wmf"/><Relationship Id="rId32" Type="http://schemas.openxmlformats.org/officeDocument/2006/relationships/image" Target="../media/image150.wmf"/><Relationship Id="rId37" Type="http://schemas.openxmlformats.org/officeDocument/2006/relationships/oleObject" Target="../embeddings/oleObject141.bin"/><Relationship Id="rId40" Type="http://schemas.openxmlformats.org/officeDocument/2006/relationships/oleObject" Target="../embeddings/oleObject144.bin"/><Relationship Id="rId45" Type="http://schemas.openxmlformats.org/officeDocument/2006/relationships/image" Target="../media/image151.wmf"/><Relationship Id="rId53" Type="http://schemas.openxmlformats.org/officeDocument/2006/relationships/image" Target="../media/image153.wmf"/><Relationship Id="rId58" Type="http://schemas.openxmlformats.org/officeDocument/2006/relationships/oleObject" Target="../embeddings/oleObject159.bin"/><Relationship Id="rId5" Type="http://schemas.openxmlformats.org/officeDocument/2006/relationships/oleObject" Target="../embeddings/oleObject123.bin"/><Relationship Id="rId61" Type="http://schemas.openxmlformats.org/officeDocument/2006/relationships/oleObject" Target="../embeddings/oleObject162.bin"/><Relationship Id="rId19" Type="http://schemas.openxmlformats.org/officeDocument/2006/relationships/oleObject" Target="../embeddings/oleObject130.bin"/><Relationship Id="rId14" Type="http://schemas.openxmlformats.org/officeDocument/2006/relationships/image" Target="../media/image141.wmf"/><Relationship Id="rId22" Type="http://schemas.openxmlformats.org/officeDocument/2006/relationships/image" Target="../media/image145.wmf"/><Relationship Id="rId27" Type="http://schemas.openxmlformats.org/officeDocument/2006/relationships/oleObject" Target="../embeddings/oleObject134.bin"/><Relationship Id="rId30" Type="http://schemas.openxmlformats.org/officeDocument/2006/relationships/image" Target="../media/image149.wmf"/><Relationship Id="rId35" Type="http://schemas.openxmlformats.org/officeDocument/2006/relationships/oleObject" Target="../embeddings/oleObject139.bin"/><Relationship Id="rId43" Type="http://schemas.openxmlformats.org/officeDocument/2006/relationships/oleObject" Target="../embeddings/oleObject147.bin"/><Relationship Id="rId48" Type="http://schemas.openxmlformats.org/officeDocument/2006/relationships/oleObject" Target="../embeddings/oleObject150.bin"/><Relationship Id="rId56" Type="http://schemas.openxmlformats.org/officeDocument/2006/relationships/oleObject" Target="../embeddings/oleObject157.bin"/><Relationship Id="rId8" Type="http://schemas.openxmlformats.org/officeDocument/2006/relationships/image" Target="../media/image138.wmf"/><Relationship Id="rId51" Type="http://schemas.openxmlformats.org/officeDocument/2006/relationships/oleObject" Target="../embeddings/oleObject153.bin"/><Relationship Id="rId3" Type="http://schemas.openxmlformats.org/officeDocument/2006/relationships/oleObject" Target="../embeddings/oleObject122.bin"/><Relationship Id="rId12" Type="http://schemas.openxmlformats.org/officeDocument/2006/relationships/image" Target="../media/image140.wmf"/><Relationship Id="rId17" Type="http://schemas.openxmlformats.org/officeDocument/2006/relationships/oleObject" Target="../embeddings/oleObject129.bin"/><Relationship Id="rId25" Type="http://schemas.openxmlformats.org/officeDocument/2006/relationships/oleObject" Target="../embeddings/oleObject133.bin"/><Relationship Id="rId33" Type="http://schemas.openxmlformats.org/officeDocument/2006/relationships/oleObject" Target="../embeddings/oleObject137.bin"/><Relationship Id="rId38" Type="http://schemas.openxmlformats.org/officeDocument/2006/relationships/oleObject" Target="../embeddings/oleObject142.bin"/><Relationship Id="rId46" Type="http://schemas.openxmlformats.org/officeDocument/2006/relationships/oleObject" Target="../embeddings/oleObject149.bin"/><Relationship Id="rId59" Type="http://schemas.openxmlformats.org/officeDocument/2006/relationships/oleObject" Target="../embeddings/oleObject160.bin"/><Relationship Id="rId20" Type="http://schemas.openxmlformats.org/officeDocument/2006/relationships/image" Target="../media/image144.wmf"/><Relationship Id="rId41" Type="http://schemas.openxmlformats.org/officeDocument/2006/relationships/oleObject" Target="../embeddings/oleObject145.bin"/><Relationship Id="rId54" Type="http://schemas.openxmlformats.org/officeDocument/2006/relationships/oleObject" Target="../embeddings/oleObject155.bin"/><Relationship Id="rId62" Type="http://schemas.openxmlformats.org/officeDocument/2006/relationships/oleObject" Target="../embeddings/oleObject163.bin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37.wmf"/><Relationship Id="rId15" Type="http://schemas.openxmlformats.org/officeDocument/2006/relationships/oleObject" Target="../embeddings/oleObject128.bin"/><Relationship Id="rId23" Type="http://schemas.openxmlformats.org/officeDocument/2006/relationships/oleObject" Target="../embeddings/oleObject132.bin"/><Relationship Id="rId28" Type="http://schemas.openxmlformats.org/officeDocument/2006/relationships/image" Target="../media/image148.wmf"/><Relationship Id="rId36" Type="http://schemas.openxmlformats.org/officeDocument/2006/relationships/oleObject" Target="../embeddings/oleObject140.bin"/><Relationship Id="rId49" Type="http://schemas.openxmlformats.org/officeDocument/2006/relationships/oleObject" Target="../embeddings/oleObject151.bin"/><Relationship Id="rId57" Type="http://schemas.openxmlformats.org/officeDocument/2006/relationships/oleObject" Target="../embeddings/oleObject158.bin"/><Relationship Id="rId10" Type="http://schemas.openxmlformats.org/officeDocument/2006/relationships/image" Target="../media/image139.wmf"/><Relationship Id="rId31" Type="http://schemas.openxmlformats.org/officeDocument/2006/relationships/oleObject" Target="../embeddings/oleObject136.bin"/><Relationship Id="rId44" Type="http://schemas.openxmlformats.org/officeDocument/2006/relationships/oleObject" Target="../embeddings/oleObject148.bin"/><Relationship Id="rId52" Type="http://schemas.openxmlformats.org/officeDocument/2006/relationships/oleObject" Target="../embeddings/oleObject154.bin"/><Relationship Id="rId60" Type="http://schemas.openxmlformats.org/officeDocument/2006/relationships/oleObject" Target="../embeddings/oleObject161.bin"/><Relationship Id="rId4" Type="http://schemas.openxmlformats.org/officeDocument/2006/relationships/image" Target="../media/image136.wmf"/><Relationship Id="rId9" Type="http://schemas.openxmlformats.org/officeDocument/2006/relationships/oleObject" Target="../embeddings/oleObject125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2" Type="http://schemas.openxmlformats.org/officeDocument/2006/relationships/image" Target="../media/image154.em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87450" y="2501900"/>
            <a:ext cx="9817100" cy="1492340"/>
          </a:xfrm>
        </p:spPr>
        <p:txBody>
          <a:bodyPr anchor="ctr"/>
          <a:lstStyle/>
          <a:p>
            <a:pPr algn="dist"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近代物理学选讲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方正新书宋简体" panose="03000509000000000000" pitchFamily="65" charset="-122"/>
                <a:ea typeface="方正新书宋简体" panose="03000509000000000000" pitchFamily="65" charset="-122"/>
              </a:rPr>
              <a:t>第九讲 碱金属原子</a:t>
            </a:r>
          </a:p>
        </p:txBody>
      </p:sp>
      <p:pic>
        <p:nvPicPr>
          <p:cNvPr id="98307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40"/>
          <a:stretch>
            <a:fillRect/>
          </a:stretch>
        </p:blipFill>
        <p:spPr bwMode="auto">
          <a:xfrm>
            <a:off x="2381250" y="1279525"/>
            <a:ext cx="7429500" cy="534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9933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回顾氢原子量子力学描述</a:t>
            </a:r>
          </a:p>
        </p:txBody>
      </p:sp>
      <p:sp>
        <p:nvSpPr>
          <p:cNvPr id="8" name="Text Box 15"/>
          <p:cNvSpPr txBox="1">
            <a:spLocks noChangeArrowheads="1"/>
          </p:cNvSpPr>
          <p:nvPr/>
        </p:nvSpPr>
        <p:spPr bwMode="auto">
          <a:xfrm>
            <a:off x="1195388" y="2255838"/>
            <a:ext cx="5688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与能量量子化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ct 20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1845523"/>
              </p:ext>
            </p:extLst>
          </p:nvPr>
        </p:nvGraphicFramePr>
        <p:xfrm>
          <a:off x="4532313" y="3175000"/>
          <a:ext cx="21590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0" name="Equation" r:id="rId3" imgW="914400" imgH="254000" progId="Equation.DSMT4">
                  <p:embed/>
                </p:oleObj>
              </mc:Choice>
              <mc:Fallback>
                <p:oleObj name="Equation" r:id="rId3" imgW="914400" imgH="254000" progId="Equation.DSMT4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3175000"/>
                        <a:ext cx="21590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310937"/>
              </p:ext>
            </p:extLst>
          </p:nvPr>
        </p:nvGraphicFramePr>
        <p:xfrm>
          <a:off x="6888163" y="3287713"/>
          <a:ext cx="23145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1" name="Equation" r:id="rId5" imgW="1218671" imgH="203112" progId="Equation.DSMT4">
                  <p:embed/>
                </p:oleObj>
              </mc:Choice>
              <mc:Fallback>
                <p:oleObj name="Equation" r:id="rId5" imgW="1218671" imgH="203112" progId="Equation.DSMT4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287713"/>
                        <a:ext cx="231457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1190625" y="3276600"/>
            <a:ext cx="34401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1313" indent="-341313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角量子数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和角动量量子化</a:t>
            </a:r>
          </a:p>
        </p:txBody>
      </p:sp>
      <p:graphicFrame>
        <p:nvGraphicFramePr>
          <p:cNvPr id="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1872435"/>
              </p:ext>
            </p:extLst>
          </p:nvPr>
        </p:nvGraphicFramePr>
        <p:xfrm>
          <a:off x="7561263" y="2249488"/>
          <a:ext cx="16414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2" name="Equation" r:id="rId7" imgW="812447" imgH="203112" progId="Equation.DSMT4">
                  <p:embed/>
                </p:oleObj>
              </mc:Choice>
              <mc:Fallback>
                <p:oleObj name="Equation" r:id="rId7" imgW="812447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2249488"/>
                        <a:ext cx="16414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8954434"/>
              </p:ext>
            </p:extLst>
          </p:nvPr>
        </p:nvGraphicFramePr>
        <p:xfrm>
          <a:off x="4532313" y="4100513"/>
          <a:ext cx="15065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3" name="Equation" r:id="rId9" imgW="596900" imgH="228600" progId="Equation.DSMT4">
                  <p:embed/>
                </p:oleObj>
              </mc:Choice>
              <mc:Fallback>
                <p:oleObj name="Equation" r:id="rId9" imgW="596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4100513"/>
                        <a:ext cx="15065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884167"/>
              </p:ext>
            </p:extLst>
          </p:nvPr>
        </p:nvGraphicFramePr>
        <p:xfrm>
          <a:off x="6146800" y="4133850"/>
          <a:ext cx="24892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4" name="Equation" r:id="rId11" imgW="1244600" imgH="228600" progId="Equation.DSMT4">
                  <p:embed/>
                </p:oleObj>
              </mc:Choice>
              <mc:Fallback>
                <p:oleObj name="Equation" r:id="rId11" imgW="1244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4133850"/>
                        <a:ext cx="24892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1222375" y="4168775"/>
            <a:ext cx="330993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1313" indent="-341313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磁量子数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和空间量子化</a:t>
            </a:r>
          </a:p>
        </p:txBody>
      </p:sp>
      <p:sp>
        <p:nvSpPr>
          <p:cNvPr id="99341" name="文本框 3"/>
          <p:cNvSpPr txBox="1">
            <a:spLocks noChangeArrowheads="1"/>
          </p:cNvSpPr>
          <p:nvPr/>
        </p:nvSpPr>
        <p:spPr bwMode="auto">
          <a:xfrm>
            <a:off x="5694363" y="2965450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613378"/>
              </p:ext>
            </p:extLst>
          </p:nvPr>
        </p:nvGraphicFramePr>
        <p:xfrm>
          <a:off x="3471863" y="4727575"/>
          <a:ext cx="4279900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5" name="Equation" r:id="rId13" imgW="1726920" imgH="825480" progId="Equation.DSMT4">
                  <p:embed/>
                </p:oleObj>
              </mc:Choice>
              <mc:Fallback>
                <p:oleObj name="Equation" r:id="rId13" imgW="1726920" imgH="825480" progId="Equation.DSMT4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3" y="4727575"/>
                        <a:ext cx="4279900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7114674"/>
              </p:ext>
            </p:extLst>
          </p:nvPr>
        </p:nvGraphicFramePr>
        <p:xfrm>
          <a:off x="4605338" y="1990725"/>
          <a:ext cx="27955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176" name="Equation" r:id="rId15" imgW="1384300" imgH="457200" progId="Equation.DSMT4">
                  <p:embed/>
                </p:oleObj>
              </mc:Choice>
              <mc:Fallback>
                <p:oleObj name="Equation" r:id="rId15" imgW="13843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1990725"/>
                        <a:ext cx="27955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035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pic>
        <p:nvPicPr>
          <p:cNvPr id="100356" name="Picture 6" descr="SCAN001"/>
          <p:cNvPicPr>
            <a:picLocks noChangeAspect="1" noChangeArrowheads="1"/>
          </p:cNvPicPr>
          <p:nvPr/>
        </p:nvPicPr>
        <p:blipFill>
          <a:blip r:embed="rId2">
            <a:lum bright="-40000" contras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1" b="10786"/>
          <a:stretch>
            <a:fillRect/>
          </a:stretch>
        </p:blipFill>
        <p:spPr bwMode="auto">
          <a:xfrm>
            <a:off x="1893888" y="3122613"/>
            <a:ext cx="8424862" cy="334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57" name="矩形 2"/>
          <p:cNvSpPr>
            <a:spLocks noChangeArrowheads="1"/>
          </p:cNvSpPr>
          <p:nvPr/>
        </p:nvSpPr>
        <p:spPr bwMode="auto">
          <a:xfrm>
            <a:off x="646113" y="1722438"/>
            <a:ext cx="10326687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各个碱金属原子的光谱具有相似的结构，光谱线也类似于氢原子光谱，可分成几个线系，一般观察到的有四个线系，分别称为主线系、第一辅线系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或称漫线系、第二辅线系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或称锐线系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和柏格曼系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基线系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0358" name="矩形 21"/>
          <p:cNvSpPr>
            <a:spLocks noChangeArrowheads="1"/>
          </p:cNvSpPr>
          <p:nvPr/>
        </p:nvSpPr>
        <p:spPr bwMode="auto">
          <a:xfrm>
            <a:off x="942975" y="6305672"/>
            <a:ext cx="10326688" cy="500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锂原子的光谱线系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137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46113" y="1722438"/>
            <a:ext cx="72374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）主线系（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the principal series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谱线最亮，波长的分布范围最广，第一呈红色，其余均在紫外。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46113" y="2616200"/>
            <a:ext cx="7167562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）第一辅线系（漫线系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the diffuse series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在可见部分，其谱线较宽，边缘有些模糊而不清晰，故又称漫线系。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646113" y="3895725"/>
            <a:ext cx="7092950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）第二辅线系（锐线系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the sharp series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第一条在红外，其余均在可见区，其谱线较宽，边缘清晰，故又称锐线系。锐线系和漫线系的系限相同，所以均称为辅线系。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46113" y="5251450"/>
            <a:ext cx="7167562" cy="147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）柏格曼系（基线系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the fundamental series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）：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波长较长，在远红外区，它的光谱项与氢的光谱项相差很小，又称基线系。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675" y="796086"/>
            <a:ext cx="4216400" cy="535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240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原子实极化和轨道贯穿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895350" y="2222500"/>
            <a:ext cx="34671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 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价电子与原子实</a:t>
            </a:r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895349" y="2589333"/>
            <a:ext cx="6808788" cy="193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Li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Z=3=2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Na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Z=11=2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： 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Z=19=2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Rb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Z=37=2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Cs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Z=55=2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Fr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：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Z=87=2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(1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+4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+3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+2</a:t>
            </a:r>
            <a:r>
              <a:rPr kumimoji="1" lang="en-US" altLang="zh-CN" b="1" baseline="30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)+</a:t>
            </a:r>
            <a:r>
              <a:rPr kumimoji="1"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895350" y="4529138"/>
            <a:ext cx="6342063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共同之处：最外层只有一个电子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价电子</a:t>
            </a:r>
            <a:endParaRPr kumimoji="1"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其余部分和核形成一个紧固的团体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</a:t>
            </a:r>
            <a:endParaRPr kumimoji="1"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1206500" y="5176838"/>
            <a:ext cx="7823200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碱金属原子：带一个正电荷的原子实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一个价电子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7" name="Rectangle 9"/>
          <p:cNvSpPr>
            <a:spLocks noChangeArrowheads="1"/>
          </p:cNvSpPr>
          <p:nvPr/>
        </p:nvSpPr>
        <p:spPr bwMode="auto">
          <a:xfrm>
            <a:off x="1206500" y="5595938"/>
            <a:ext cx="60817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H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原子：带一个正电荷的原子核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一个电子</a:t>
            </a:r>
          </a:p>
        </p:txBody>
      </p:sp>
      <p:sp>
        <p:nvSpPr>
          <p:cNvPr id="18" name="Rectangle 10"/>
          <p:cNvSpPr>
            <a:spLocks noChangeArrowheads="1"/>
          </p:cNvSpPr>
          <p:nvPr/>
        </p:nvSpPr>
        <p:spPr bwMode="auto">
          <a:xfrm>
            <a:off x="895349" y="5943600"/>
            <a:ext cx="10760075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首先是基态不同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-Li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Na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K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Rb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Cs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Fr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的基态依次为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2s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6s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7s</a:t>
            </a: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其次是能量不同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238262" y="1647039"/>
            <a:ext cx="4316300" cy="2470937"/>
            <a:chOff x="7238262" y="1647039"/>
            <a:chExt cx="4316300" cy="2470937"/>
          </a:xfrm>
        </p:grpSpPr>
        <p:grpSp>
          <p:nvGrpSpPr>
            <p:cNvPr id="5" name="组合 4"/>
            <p:cNvGrpSpPr/>
            <p:nvPr/>
          </p:nvGrpSpPr>
          <p:grpSpPr>
            <a:xfrm>
              <a:off x="7238262" y="1647039"/>
              <a:ext cx="4316300" cy="2470937"/>
              <a:chOff x="7238262" y="1647039"/>
              <a:chExt cx="4316300" cy="2470937"/>
            </a:xfrm>
          </p:grpSpPr>
          <p:sp>
            <p:nvSpPr>
              <p:cNvPr id="2" name="椭圆 1"/>
              <p:cNvSpPr/>
              <p:nvPr/>
            </p:nvSpPr>
            <p:spPr>
              <a:xfrm>
                <a:off x="7680481" y="2263540"/>
                <a:ext cx="1237934" cy="123793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5">
                      <a:lumMod val="5000"/>
                      <a:lumOff val="95000"/>
                    </a:schemeClr>
                  </a:gs>
                  <a:gs pos="74000">
                    <a:schemeClr val="accent5">
                      <a:lumMod val="45000"/>
                      <a:lumOff val="55000"/>
                    </a:schemeClr>
                  </a:gs>
                  <a:gs pos="83000">
                    <a:schemeClr val="accent5">
                      <a:lumMod val="45000"/>
                      <a:lumOff val="55000"/>
                    </a:schemeClr>
                  </a:gs>
                  <a:gs pos="100000">
                    <a:schemeClr val="accent5">
                      <a:lumMod val="30000"/>
                      <a:lumOff val="7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8205319" y="2788378"/>
                <a:ext cx="188259" cy="18825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7238262" y="1647039"/>
                <a:ext cx="4316300" cy="2470937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矩形 3"/>
              <p:cNvSpPr/>
              <p:nvPr/>
            </p:nvSpPr>
            <p:spPr>
              <a:xfrm>
                <a:off x="8015286" y="2943744"/>
                <a:ext cx="5725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altLang="zh-CN" b="1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</a:t>
                </a:r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8891547" y="3176592"/>
                <a:ext cx="77457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-1)</a:t>
                </a:r>
                <a:r>
                  <a:rPr lang="en-US" altLang="zh-CN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10537348" y="1972346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CN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" name="椭圆 18"/>
            <p:cNvSpPr/>
            <p:nvPr/>
          </p:nvSpPr>
          <p:spPr>
            <a:xfrm>
              <a:off x="10787324" y="1921443"/>
              <a:ext cx="101806" cy="101806"/>
            </a:xfrm>
            <a:prstGeom prst="ellipse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342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原子实极化和轨道贯穿</a:t>
            </a:r>
          </a:p>
        </p:txBody>
      </p:sp>
      <p:sp>
        <p:nvSpPr>
          <p:cNvPr id="4" name="矩形 3"/>
          <p:cNvSpPr/>
          <p:nvPr/>
        </p:nvSpPr>
        <p:spPr>
          <a:xfrm>
            <a:off x="663575" y="2206625"/>
            <a:ext cx="6931025" cy="2862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原子实是一个球形对称的结构，它里边的原子核带有</a:t>
            </a:r>
            <a:r>
              <a:rPr lang="en-US" altLang="zh-CN" sz="2000" b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Ze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正电荷和（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Z-1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负电荷，在原子最外层运动的价电子好象是处在一个单位正电荷的库仑场中，当价电子运动到靠近原子实时，由于价电子的电场作用，原子实中带正电的原子核与带负电的电子的中心会发生微小的偏移，于是负电的中心不再在原子核上，形成一个电偶极子。这就是原子实的极化</a:t>
            </a:r>
          </a:p>
        </p:txBody>
      </p:sp>
      <p:sp>
        <p:nvSpPr>
          <p:cNvPr id="21" name="矩形 20"/>
          <p:cNvSpPr/>
          <p:nvPr/>
        </p:nvSpPr>
        <p:spPr>
          <a:xfrm>
            <a:off x="663575" y="5380824"/>
            <a:ext cx="829927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较小的轨道偏心率较大，离原子实近，引起较大极化，能量影响较大；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较大的轨道偏心率较小，离原子实远，引起较小极化，能量影响较小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445" y="643387"/>
            <a:ext cx="3060700" cy="5753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7745" y="643387"/>
            <a:ext cx="3086100" cy="575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445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原子实极化和轨道贯穿</a:t>
            </a:r>
          </a:p>
        </p:txBody>
      </p:sp>
      <p:sp>
        <p:nvSpPr>
          <p:cNvPr id="4" name="矩形 3"/>
          <p:cNvSpPr/>
          <p:nvPr/>
        </p:nvSpPr>
        <p:spPr>
          <a:xfrm>
            <a:off x="663575" y="2206625"/>
            <a:ext cx="6931025" cy="33242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电子运动的轨道偏心率很大时，在轨道的不同部分，接近原子实的那部分轨道可能会穿入原子实，因而价电子在轨道的不同位置感受到的有效电荷可能不同。当价电子在远离原子实的轨道上时，价电子感受到的原子实有效电荷为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，这时只有原子实的极化效应对能级产生影响，与氢能级接近；而当价电子处在穿过原子实的那部分轨道上时，原子实对它的有效电荷大于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1.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5029" name="ShockwaveFlash2" r:id="rId2" imgW="3384720" imgH="3600360"/>
        </mc:Choice>
        <mc:Fallback>
          <p:control name="ShockwaveFlash2" r:id="rId2" imgW="3384720" imgH="3600360">
            <p:pic>
              <p:nvPicPr>
                <p:cNvPr id="104454" name="ShockwaveFlash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4"/>
                <a:srcRect/>
                <a:stretch>
                  <a:fillRect/>
                </a:stretch>
              </p:blipFill>
              <p:spPr bwMode="auto">
                <a:xfrm>
                  <a:off x="8156575" y="1722438"/>
                  <a:ext cx="3384550" cy="36004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>
                      <a:noFill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547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碱金属的光谱项</a:t>
            </a: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705433"/>
              </p:ext>
            </p:extLst>
          </p:nvPr>
        </p:nvGraphicFramePr>
        <p:xfrm>
          <a:off x="2833688" y="2117725"/>
          <a:ext cx="2027237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499" name="Equation" r:id="rId3" imgW="952087" imgH="418918" progId="Equation.DSMT4">
                  <p:embed/>
                </p:oleObj>
              </mc:Choice>
              <mc:Fallback>
                <p:oleObj name="Equation" r:id="rId3" imgW="952087" imgH="418918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3688" y="2117725"/>
                        <a:ext cx="2027237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996950" y="2363788"/>
            <a:ext cx="1992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类氢粒子能级：</a:t>
            </a:r>
          </a:p>
        </p:txBody>
      </p:sp>
      <p:sp>
        <p:nvSpPr>
          <p:cNvPr id="10" name="文本框 9"/>
          <p:cNvSpPr txBox="1">
            <a:spLocks noChangeArrowheads="1"/>
          </p:cNvSpPr>
          <p:nvPr/>
        </p:nvSpPr>
        <p:spPr bwMode="auto">
          <a:xfrm>
            <a:off x="5348288" y="2363788"/>
            <a:ext cx="29781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使用有效核电荷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Z*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代替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436609"/>
              </p:ext>
            </p:extLst>
          </p:nvPr>
        </p:nvGraphicFramePr>
        <p:xfrm>
          <a:off x="996950" y="3167063"/>
          <a:ext cx="8008938" cy="145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00" name="Equation" r:id="rId5" imgW="3759200" imgH="685800" progId="Equation.DSMT4">
                  <p:embed/>
                </p:oleObj>
              </mc:Choice>
              <mc:Fallback>
                <p:oleObj name="Equation" r:id="rId5" imgW="3759200" imgH="685800" progId="Equation.DSMT4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167063"/>
                        <a:ext cx="8008938" cy="1458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607790"/>
              </p:ext>
            </p:extLst>
          </p:nvPr>
        </p:nvGraphicFramePr>
        <p:xfrm>
          <a:off x="996950" y="4816475"/>
          <a:ext cx="3517900" cy="153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01" name="Equation" r:id="rId7" imgW="1651000" imgH="723900" progId="Equation.DSMT4">
                  <p:embed/>
                </p:oleObj>
              </mc:Choice>
              <mc:Fallback>
                <p:oleObj name="Equation" r:id="rId7" imgW="1651000" imgH="723900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4816475"/>
                        <a:ext cx="3517900" cy="1539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1067761"/>
              </p:ext>
            </p:extLst>
          </p:nvPr>
        </p:nvGraphicFramePr>
        <p:xfrm>
          <a:off x="6472238" y="4983163"/>
          <a:ext cx="3381375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4502" name="Equation" r:id="rId9" imgW="1587240" imgH="533160" progId="Equation.DSMT4">
                  <p:embed/>
                </p:oleObj>
              </mc:Choice>
              <mc:Fallback>
                <p:oleObj name="Equation" r:id="rId9" imgW="1587240" imgH="533160" progId="Equation.DSMT4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2238" y="4983163"/>
                        <a:ext cx="3381375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5321100" cy="8013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6499" name="内容占位符 2"/>
          <p:cNvSpPr txBox="1">
            <a:spLocks/>
          </p:cNvSpPr>
          <p:nvPr/>
        </p:nvSpPr>
        <p:spPr bwMode="auto">
          <a:xfrm>
            <a:off x="1298576" y="1284288"/>
            <a:ext cx="3867314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B7D8D7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Li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原子光谱各线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系的波数公式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823913" y="2493963"/>
            <a:ext cx="13350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主线系 </a:t>
            </a: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751255"/>
              </p:ext>
            </p:extLst>
          </p:nvPr>
        </p:nvGraphicFramePr>
        <p:xfrm>
          <a:off x="2774950" y="2286000"/>
          <a:ext cx="51181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346" name="Equation" r:id="rId3" imgW="2844720" imgH="457200" progId="Equation.DSMT4">
                  <p:embed/>
                </p:oleObj>
              </mc:Choice>
              <mc:Fallback>
                <p:oleObj name="Equation" r:id="rId3" imgW="28447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2286000"/>
                        <a:ext cx="51181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823913" y="3689350"/>
            <a:ext cx="2060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第一辅线系 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823913" y="4979988"/>
            <a:ext cx="17843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第二辅线系 </a:t>
            </a:r>
          </a:p>
        </p:txBody>
      </p:sp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823913" y="6043613"/>
            <a:ext cx="15827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柏格曼系 </a:t>
            </a:r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7035840"/>
              </p:ext>
            </p:extLst>
          </p:nvPr>
        </p:nvGraphicFramePr>
        <p:xfrm>
          <a:off x="2774950" y="3481388"/>
          <a:ext cx="51641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347" name="Equation" r:id="rId5" imgW="2869920" imgH="457200" progId="Equation.DSMT4">
                  <p:embed/>
                </p:oleObj>
              </mc:Choice>
              <mc:Fallback>
                <p:oleObj name="Equation" r:id="rId5" imgW="28699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3481388"/>
                        <a:ext cx="516413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9353795"/>
              </p:ext>
            </p:extLst>
          </p:nvPr>
        </p:nvGraphicFramePr>
        <p:xfrm>
          <a:off x="2774950" y="4772025"/>
          <a:ext cx="51419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348" name="Equation" r:id="rId7" imgW="2857320" imgH="457200" progId="Equation.DSMT4">
                  <p:embed/>
                </p:oleObj>
              </mc:Choice>
              <mc:Fallback>
                <p:oleObj name="Equation" r:id="rId7" imgW="28573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772025"/>
                        <a:ext cx="5141913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1797599"/>
              </p:ext>
            </p:extLst>
          </p:nvPr>
        </p:nvGraphicFramePr>
        <p:xfrm>
          <a:off x="2774950" y="5835650"/>
          <a:ext cx="51419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7349" name="Equation" r:id="rId9" imgW="2857320" imgH="457200" progId="Equation.DSMT4">
                  <p:embed/>
                </p:oleObj>
              </mc:Choice>
              <mc:Fallback>
                <p:oleObj name="Equation" r:id="rId9" imgW="28573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5835650"/>
                        <a:ext cx="5141913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40727" y="804863"/>
            <a:ext cx="4216400" cy="5353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752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9.1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碱金属原子的光谱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Clr>
                <a:srgbClr val="B7D8D7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原子光谱各线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系的波数公式</a:t>
            </a: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823913" y="2493963"/>
            <a:ext cx="13350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主线系 </a:t>
            </a:r>
          </a:p>
        </p:txBody>
      </p:sp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501614"/>
              </p:ext>
            </p:extLst>
          </p:nvPr>
        </p:nvGraphicFramePr>
        <p:xfrm>
          <a:off x="2774950" y="2286000"/>
          <a:ext cx="51181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362" name="Equation" r:id="rId3" imgW="2844720" imgH="457200" progId="Equation.DSMT4">
                  <p:embed/>
                </p:oleObj>
              </mc:Choice>
              <mc:Fallback>
                <p:oleObj name="Equation" r:id="rId3" imgW="28447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2286000"/>
                        <a:ext cx="51181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7"/>
          <p:cNvSpPr>
            <a:spLocks noChangeArrowheads="1"/>
          </p:cNvSpPr>
          <p:nvPr/>
        </p:nvSpPr>
        <p:spPr bwMode="auto">
          <a:xfrm>
            <a:off x="823913" y="3689350"/>
            <a:ext cx="2060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第一辅线系 </a:t>
            </a:r>
          </a:p>
        </p:txBody>
      </p:sp>
      <p:sp>
        <p:nvSpPr>
          <p:cNvPr id="21" name="Rectangle 10"/>
          <p:cNvSpPr>
            <a:spLocks noChangeArrowheads="1"/>
          </p:cNvSpPr>
          <p:nvPr/>
        </p:nvSpPr>
        <p:spPr bwMode="auto">
          <a:xfrm>
            <a:off x="823913" y="4979988"/>
            <a:ext cx="17843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第二辅线系 </a:t>
            </a:r>
          </a:p>
        </p:txBody>
      </p:sp>
      <p:sp>
        <p:nvSpPr>
          <p:cNvPr id="24" name="Rectangle 13"/>
          <p:cNvSpPr>
            <a:spLocks noChangeArrowheads="1"/>
          </p:cNvSpPr>
          <p:nvPr/>
        </p:nvSpPr>
        <p:spPr bwMode="auto">
          <a:xfrm>
            <a:off x="823913" y="6043613"/>
            <a:ext cx="15827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柏格曼系 </a:t>
            </a:r>
          </a:p>
        </p:txBody>
      </p:sp>
      <p:graphicFrame>
        <p:nvGraphicFramePr>
          <p:cNvPr id="2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621473"/>
              </p:ext>
            </p:extLst>
          </p:nvPr>
        </p:nvGraphicFramePr>
        <p:xfrm>
          <a:off x="2774950" y="3481388"/>
          <a:ext cx="51641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363" name="Equation" r:id="rId5" imgW="2869920" imgH="457200" progId="Equation.DSMT4">
                  <p:embed/>
                </p:oleObj>
              </mc:Choice>
              <mc:Fallback>
                <p:oleObj name="Equation" r:id="rId5" imgW="28699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3481388"/>
                        <a:ext cx="5164138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3505527"/>
              </p:ext>
            </p:extLst>
          </p:nvPr>
        </p:nvGraphicFramePr>
        <p:xfrm>
          <a:off x="2774950" y="4772025"/>
          <a:ext cx="51419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364" name="Equation" r:id="rId7" imgW="2857320" imgH="457200" progId="Equation.DSMT4">
                  <p:embed/>
                </p:oleObj>
              </mc:Choice>
              <mc:Fallback>
                <p:oleObj name="Equation" r:id="rId7" imgW="28573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4772025"/>
                        <a:ext cx="5141913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0403489"/>
              </p:ext>
            </p:extLst>
          </p:nvPr>
        </p:nvGraphicFramePr>
        <p:xfrm>
          <a:off x="2774950" y="5835650"/>
          <a:ext cx="5141913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8365" name="Equation" r:id="rId9" imgW="2857320" imgH="457200" progId="Equation.DSMT4">
                  <p:embed/>
                </p:oleObj>
              </mc:Choice>
              <mc:Fallback>
                <p:oleObj name="Equation" r:id="rId9" imgW="285732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4950" y="5835650"/>
                        <a:ext cx="5141913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7533" name="图片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351" y="966788"/>
            <a:ext cx="3870325" cy="547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标题 1"/>
          <p:cNvSpPr>
            <a:spLocks noGrp="1"/>
          </p:cNvSpPr>
          <p:nvPr>
            <p:ph type="title"/>
          </p:nvPr>
        </p:nvSpPr>
        <p:spPr>
          <a:xfrm>
            <a:off x="683775" y="478818"/>
            <a:ext cx="6009126" cy="801388"/>
          </a:xfrm>
        </p:spPr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8547" name="内容占位符 2"/>
          <p:cNvSpPr txBox="1">
            <a:spLocks/>
          </p:cNvSpPr>
          <p:nvPr/>
        </p:nvSpPr>
        <p:spPr bwMode="auto">
          <a:xfrm>
            <a:off x="1298575" y="1284288"/>
            <a:ext cx="36099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电子轨道运动的磁矩</a:t>
            </a:r>
          </a:p>
        </p:txBody>
      </p:sp>
      <p:grpSp>
        <p:nvGrpSpPr>
          <p:cNvPr id="108549" name="组合 1"/>
          <p:cNvGrpSpPr>
            <a:grpSpLocks/>
          </p:cNvGrpSpPr>
          <p:nvPr/>
        </p:nvGrpSpPr>
        <p:grpSpPr bwMode="auto">
          <a:xfrm>
            <a:off x="8299451" y="1269668"/>
            <a:ext cx="3448050" cy="3410964"/>
            <a:chOff x="7178748" y="2633447"/>
            <a:chExt cx="3448050" cy="3411753"/>
          </a:xfrm>
        </p:grpSpPr>
        <p:sp>
          <p:nvSpPr>
            <p:cNvPr id="108564" name="Line 29"/>
            <p:cNvSpPr>
              <a:spLocks noChangeShapeType="1"/>
            </p:cNvSpPr>
            <p:nvPr/>
          </p:nvSpPr>
          <p:spPr bwMode="auto">
            <a:xfrm>
              <a:off x="8943473" y="4109448"/>
              <a:ext cx="0" cy="193575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565" name="Oval 28"/>
            <p:cNvSpPr>
              <a:spLocks noChangeArrowheads="1"/>
            </p:cNvSpPr>
            <p:nvPr/>
          </p:nvSpPr>
          <p:spPr bwMode="auto">
            <a:xfrm>
              <a:off x="7178748" y="3395344"/>
              <a:ext cx="3448050" cy="16306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58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08566" name="Line 30"/>
            <p:cNvSpPr>
              <a:spLocks noChangeShapeType="1"/>
            </p:cNvSpPr>
            <p:nvPr/>
          </p:nvSpPr>
          <p:spPr bwMode="auto">
            <a:xfrm flipV="1">
              <a:off x="8943473" y="2929466"/>
              <a:ext cx="0" cy="11799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8567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4777904"/>
                </p:ext>
              </p:extLst>
            </p:nvPr>
          </p:nvGraphicFramePr>
          <p:xfrm>
            <a:off x="8524947" y="2633447"/>
            <a:ext cx="3810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4" name="Microsoft 公式 3.0" r:id="rId3" imgW="126725" imgH="126725" progId="Equation.3">
                    <p:embed/>
                  </p:oleObj>
                </mc:Choice>
                <mc:Fallback>
                  <p:oleObj name="Microsoft 公式 3.0" r:id="rId3" imgW="126725" imgH="12672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24947" y="2633447"/>
                          <a:ext cx="381000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568" name="Object 32"/>
            <p:cNvGraphicFramePr>
              <a:graphicFrameLocks noChangeAspect="1"/>
            </p:cNvGraphicFramePr>
            <p:nvPr/>
          </p:nvGraphicFramePr>
          <p:xfrm>
            <a:off x="8383586" y="5380765"/>
            <a:ext cx="373063" cy="488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5" name="Equation" r:id="rId5" imgW="152268" imgH="203024" progId="Equation.DSMT4">
                    <p:embed/>
                  </p:oleObj>
                </mc:Choice>
                <mc:Fallback>
                  <p:oleObj name="Equation" r:id="rId5" imgW="152268" imgH="203024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83586" y="5380765"/>
                          <a:ext cx="373063" cy="4889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569" name="Object 33"/>
            <p:cNvGraphicFramePr>
              <a:graphicFrameLocks noChangeAspect="1"/>
            </p:cNvGraphicFramePr>
            <p:nvPr/>
          </p:nvGraphicFramePr>
          <p:xfrm>
            <a:off x="9316536" y="4939182"/>
            <a:ext cx="241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6" name="Microsoft 公式 3.0" r:id="rId7" imgW="88707" imgH="164742" progId="Equation.3">
                    <p:embed/>
                  </p:oleObj>
                </mc:Choice>
                <mc:Fallback>
                  <p:oleObj name="Microsoft 公式 3.0" r:id="rId7" imgW="88707" imgH="164742" progId="Equation.3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16536" y="4939182"/>
                          <a:ext cx="241300" cy="457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70" name="Line 34"/>
            <p:cNvSpPr>
              <a:spLocks noChangeShapeType="1"/>
            </p:cNvSpPr>
            <p:nvPr/>
          </p:nvSpPr>
          <p:spPr bwMode="auto">
            <a:xfrm flipV="1">
              <a:off x="8759824" y="5026025"/>
              <a:ext cx="41274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8571" name="Object 31"/>
            <p:cNvGraphicFramePr>
              <a:graphicFrameLocks noChangeAspect="1"/>
            </p:cNvGraphicFramePr>
            <p:nvPr/>
          </p:nvGraphicFramePr>
          <p:xfrm>
            <a:off x="9064625" y="2695575"/>
            <a:ext cx="373063" cy="468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7" name="Equation" r:id="rId9" imgW="152334" imgH="190417" progId="Equation.DSMT4">
                    <p:embed/>
                  </p:oleObj>
                </mc:Choice>
                <mc:Fallback>
                  <p:oleObj name="Equation" r:id="rId9" imgW="152334" imgH="190417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64625" y="2695575"/>
                          <a:ext cx="373063" cy="468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8572" name="Line 30"/>
            <p:cNvSpPr>
              <a:spLocks noChangeShapeType="1"/>
            </p:cNvSpPr>
            <p:nvPr/>
          </p:nvSpPr>
          <p:spPr bwMode="auto">
            <a:xfrm flipV="1">
              <a:off x="8943472" y="3812115"/>
              <a:ext cx="1457900" cy="2973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8573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3217898"/>
                </p:ext>
              </p:extLst>
            </p:nvPr>
          </p:nvGraphicFramePr>
          <p:xfrm>
            <a:off x="9704687" y="3888224"/>
            <a:ext cx="311150" cy="406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8848" name="Equation" r:id="rId11" imgW="126780" imgH="164814" progId="Equation.DSMT4">
                    <p:embed/>
                  </p:oleObj>
                </mc:Choice>
                <mc:Fallback>
                  <p:oleObj name="Equation" r:id="rId11" imgW="126780" imgH="164814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04687" y="3888224"/>
                          <a:ext cx="311150" cy="406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6534147"/>
              </p:ext>
            </p:extLst>
          </p:nvPr>
        </p:nvGraphicFramePr>
        <p:xfrm>
          <a:off x="2493963" y="2306638"/>
          <a:ext cx="1066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49" name="Equation" r:id="rId13" imgW="533169" imgH="228501" progId="Equation.DSMT4">
                  <p:embed/>
                </p:oleObj>
              </mc:Choice>
              <mc:Fallback>
                <p:oleObj name="Equation" r:id="rId13" imgW="533169" imgH="228501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2306638"/>
                        <a:ext cx="1066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>
            <a:spLocks noChangeArrowheads="1"/>
          </p:cNvSpPr>
          <p:nvPr/>
        </p:nvSpPr>
        <p:spPr bwMode="auto">
          <a:xfrm>
            <a:off x="1062038" y="2335213"/>
            <a:ext cx="1476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轨道角动量</a:t>
            </a:r>
          </a:p>
        </p:txBody>
      </p:sp>
      <p:graphicFrame>
        <p:nvGraphicFramePr>
          <p:cNvPr id="3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165930"/>
              </p:ext>
            </p:extLst>
          </p:nvPr>
        </p:nvGraphicFramePr>
        <p:xfrm>
          <a:off x="6567488" y="2306638"/>
          <a:ext cx="1193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0" name="Equation" r:id="rId15" imgW="596900" imgH="228600" progId="Equation.DSMT4">
                  <p:embed/>
                </p:oleObj>
              </mc:Choice>
              <mc:Fallback>
                <p:oleObj name="Equation" r:id="rId15" imgW="59690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7488" y="2306638"/>
                        <a:ext cx="1193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文本框 36"/>
          <p:cNvSpPr txBox="1">
            <a:spLocks noChangeArrowheads="1"/>
          </p:cNvSpPr>
          <p:nvPr/>
        </p:nvSpPr>
        <p:spPr bwMode="auto">
          <a:xfrm>
            <a:off x="4132263" y="2335213"/>
            <a:ext cx="2508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电子运动产生的磁矩</a:t>
            </a:r>
          </a:p>
        </p:txBody>
      </p:sp>
      <p:sp>
        <p:nvSpPr>
          <p:cNvPr id="38" name="文本框 37"/>
          <p:cNvSpPr txBox="1">
            <a:spLocks noChangeArrowheads="1"/>
          </p:cNvSpPr>
          <p:nvPr/>
        </p:nvSpPr>
        <p:spPr bwMode="auto">
          <a:xfrm>
            <a:off x="1158875" y="3309938"/>
            <a:ext cx="577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假定电子运动圆频率为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ω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，轨道半径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，运动速度</a:t>
            </a:r>
            <a:r>
              <a:rPr lang="en-US" altLang="zh-CN" b="1" dirty="0">
                <a:latin typeface="HGB2X_CNKI" panose="02000500000000000000" pitchFamily="2" charset="-122"/>
                <a:ea typeface="HGB2X_CNKI" panose="02000500000000000000" pitchFamily="2" charset="-122"/>
                <a:cs typeface="Times New Roman" panose="02020603050405020304" pitchFamily="18" charset="0"/>
              </a:rPr>
              <a:t>v</a:t>
            </a:r>
            <a:endParaRPr lang="zh-CN" altLang="en-US" b="1" dirty="0">
              <a:latin typeface="HGB2X_CNKI" panose="02000500000000000000" pitchFamily="2" charset="-122"/>
              <a:ea typeface="HGB2X_CNKI" panose="02000500000000000000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6805635"/>
              </p:ext>
            </p:extLst>
          </p:nvPr>
        </p:nvGraphicFramePr>
        <p:xfrm>
          <a:off x="1158875" y="2876550"/>
          <a:ext cx="67611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1" name="Equation" r:id="rId17" imgW="3835080" imgH="228600" progId="Equation.DSMT4">
                  <p:embed/>
                </p:oleObj>
              </mc:Choice>
              <mc:Fallback>
                <p:oleObj name="Equation" r:id="rId17" imgW="3835080" imgH="2286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875" y="2876550"/>
                        <a:ext cx="67611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文本框 39"/>
          <p:cNvSpPr txBox="1">
            <a:spLocks noChangeArrowheads="1"/>
          </p:cNvSpPr>
          <p:nvPr/>
        </p:nvSpPr>
        <p:spPr bwMode="auto">
          <a:xfrm>
            <a:off x="1166813" y="3775075"/>
            <a:ext cx="1217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则电流值</a:t>
            </a:r>
          </a:p>
        </p:txBody>
      </p:sp>
      <p:graphicFrame>
        <p:nvGraphicFramePr>
          <p:cNvPr id="4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61751"/>
              </p:ext>
            </p:extLst>
          </p:nvPr>
        </p:nvGraphicFramePr>
        <p:xfrm>
          <a:off x="2424433" y="3581420"/>
          <a:ext cx="1549080" cy="736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2" name="Equation" r:id="rId19" imgW="1549080" imgH="736560" progId="Equation.DSMT4">
                  <p:embed/>
                </p:oleObj>
              </mc:Choice>
              <mc:Fallback>
                <p:oleObj name="Equation" r:id="rId19" imgW="1549080" imgH="73656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4433" y="3581420"/>
                        <a:ext cx="1549080" cy="736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555286"/>
              </p:ext>
            </p:extLst>
          </p:nvPr>
        </p:nvGraphicFramePr>
        <p:xfrm>
          <a:off x="3101695" y="4383460"/>
          <a:ext cx="3225600" cy="812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3" name="Equation" r:id="rId21" imgW="3225600" imgH="812520" progId="Equation.DSMT4">
                  <p:embed/>
                </p:oleObj>
              </mc:Choice>
              <mc:Fallback>
                <p:oleObj name="Equation" r:id="rId21" imgW="3225600" imgH="81252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695" y="4383460"/>
                        <a:ext cx="3225600" cy="812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文本框 42"/>
          <p:cNvSpPr txBox="1">
            <a:spLocks noChangeArrowheads="1"/>
          </p:cNvSpPr>
          <p:nvPr/>
        </p:nvSpPr>
        <p:spPr bwMode="auto">
          <a:xfrm>
            <a:off x="4162425" y="3821113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利用</a:t>
            </a:r>
          </a:p>
        </p:txBody>
      </p:sp>
      <p:graphicFrame>
        <p:nvGraphicFramePr>
          <p:cNvPr id="44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767483"/>
              </p:ext>
            </p:extLst>
          </p:nvPr>
        </p:nvGraphicFramePr>
        <p:xfrm>
          <a:off x="4821451" y="3789077"/>
          <a:ext cx="416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4" name="Equation" r:id="rId23" imgW="4165560" imgH="419040" progId="Equation.DSMT4">
                  <p:embed/>
                </p:oleObj>
              </mc:Choice>
              <mc:Fallback>
                <p:oleObj name="Equation" r:id="rId23" imgW="4165560" imgH="4190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451" y="3789077"/>
                        <a:ext cx="416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7595061"/>
              </p:ext>
            </p:extLst>
          </p:nvPr>
        </p:nvGraphicFramePr>
        <p:xfrm>
          <a:off x="1166813" y="5176838"/>
          <a:ext cx="5613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5" name="Equation" r:id="rId25" imgW="2806560" imgH="444240" progId="Equation.DSMT4">
                  <p:embed/>
                </p:oleObj>
              </mc:Choice>
              <mc:Fallback>
                <p:oleObj name="Equation" r:id="rId25" imgW="2806560" imgH="4442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5176838"/>
                        <a:ext cx="56134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6433835"/>
              </p:ext>
            </p:extLst>
          </p:nvPr>
        </p:nvGraphicFramePr>
        <p:xfrm>
          <a:off x="7164388" y="5230813"/>
          <a:ext cx="4014787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6" name="Equation" r:id="rId27" imgW="2286000" imgH="444500" progId="Equation.DSMT4">
                  <p:embed/>
                </p:oleObj>
              </mc:Choice>
              <mc:Fallback>
                <p:oleObj name="Equation" r:id="rId27" imgW="2286000" imgH="4445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5230813"/>
                        <a:ext cx="4014787" cy="781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959198"/>
              </p:ext>
            </p:extLst>
          </p:nvPr>
        </p:nvGraphicFramePr>
        <p:xfrm>
          <a:off x="1263650" y="5921375"/>
          <a:ext cx="70358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7" name="Equation" r:id="rId29" imgW="3517560" imgH="444240" progId="Equation.DSMT4">
                  <p:embed/>
                </p:oleObj>
              </mc:Choice>
              <mc:Fallback>
                <p:oleObj name="Equation" r:id="rId29" imgW="3517560" imgH="44424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5921375"/>
                        <a:ext cx="70358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Line 30"/>
          <p:cNvSpPr>
            <a:spLocks noChangeShapeType="1"/>
          </p:cNvSpPr>
          <p:nvPr/>
        </p:nvSpPr>
        <p:spPr bwMode="auto">
          <a:xfrm flipH="1" flipV="1">
            <a:off x="10891765" y="1952625"/>
            <a:ext cx="630308" cy="49543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539854"/>
              </p:ext>
            </p:extLst>
          </p:nvPr>
        </p:nvGraphicFramePr>
        <p:xfrm>
          <a:off x="10614065" y="1621441"/>
          <a:ext cx="277701" cy="370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8858" name="Equation" r:id="rId31" imgW="152280" imgH="203040" progId="Equation.DSMT4">
                  <p:embed/>
                </p:oleObj>
              </mc:Choice>
              <mc:Fallback>
                <p:oleObj name="Equation" r:id="rId31" imgW="1522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0614065" y="1621441"/>
                        <a:ext cx="277701" cy="3702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7" grpId="0"/>
      <p:bldP spid="38" grpId="0"/>
      <p:bldP spid="40" grpId="0"/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0957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斯特恩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格拉赫实验</a:t>
            </a: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606550" y="2314575"/>
            <a:ext cx="1217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两条细痕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" name="下箭头 4"/>
          <p:cNvSpPr/>
          <p:nvPr/>
        </p:nvSpPr>
        <p:spPr>
          <a:xfrm>
            <a:off x="1851025" y="2684463"/>
            <a:ext cx="728663" cy="401637"/>
          </a:xfrm>
          <a:prstGeom prst="downArrow">
            <a:avLst>
              <a:gd name="adj1" fmla="val 5698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1738313" y="3097213"/>
            <a:ext cx="7016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两个</a:t>
            </a:r>
            <a:endParaRPr lang="zh-CN" altLang="en-US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8" name="下箭头 47"/>
          <p:cNvSpPr/>
          <p:nvPr/>
        </p:nvSpPr>
        <p:spPr>
          <a:xfrm>
            <a:off x="1863725" y="3478213"/>
            <a:ext cx="728663" cy="401637"/>
          </a:xfrm>
          <a:prstGeom prst="downArrow">
            <a:avLst>
              <a:gd name="adj1" fmla="val 5698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9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445984"/>
              </p:ext>
            </p:extLst>
          </p:nvPr>
        </p:nvGraphicFramePr>
        <p:xfrm>
          <a:off x="2303463" y="3063875"/>
          <a:ext cx="396875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059" name="Equation" r:id="rId4" imgW="190500" imgH="228600" progId="Equation.DSMT4">
                  <p:embed/>
                </p:oleObj>
              </mc:Choice>
              <mc:Fallback>
                <p:oleObj name="Equation" r:id="rId4" imgW="19050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063875"/>
                        <a:ext cx="396875" cy="484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矩形 49"/>
          <p:cNvSpPr>
            <a:spLocks noChangeArrowheads="1"/>
          </p:cNvSpPr>
          <p:nvPr/>
        </p:nvSpPr>
        <p:spPr bwMode="auto">
          <a:xfrm>
            <a:off x="1741488" y="3930650"/>
            <a:ext cx="70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两个</a:t>
            </a:r>
            <a:endParaRPr lang="zh-CN" altLang="en-US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484748"/>
              </p:ext>
            </p:extLst>
          </p:nvPr>
        </p:nvGraphicFramePr>
        <p:xfrm>
          <a:off x="2292350" y="3830638"/>
          <a:ext cx="4254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1060" name="Equation" r:id="rId6" imgW="190500" imgH="228600" progId="Equation.DSMT4">
                  <p:embed/>
                </p:oleObj>
              </mc:Choice>
              <mc:Fallback>
                <p:oleObj name="Equation" r:id="rId6" imgW="19050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2350" y="3830638"/>
                        <a:ext cx="425450" cy="515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下箭头 51"/>
          <p:cNvSpPr/>
          <p:nvPr/>
        </p:nvSpPr>
        <p:spPr>
          <a:xfrm>
            <a:off x="1863725" y="4324350"/>
            <a:ext cx="728663" cy="401638"/>
          </a:xfrm>
          <a:prstGeom prst="downArrow">
            <a:avLst>
              <a:gd name="adj1" fmla="val 56988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1441450" y="4770438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角动量量子化</a:t>
            </a: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0" y="5559425"/>
            <a:ext cx="43132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偶数条纹与奇数理论的矛盾无从解决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71061" name="ShockwaveFlash3" r:id="rId2" imgW="7315200" imgH="4708440"/>
        </mc:Choice>
        <mc:Fallback>
          <p:control name="ShockwaveFlash3" r:id="rId2" imgW="7315200" imgH="4708440">
            <p:pic>
              <p:nvPicPr>
                <p:cNvPr id="109583" name="ShockwaveFlash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4313238" y="1265238"/>
                  <a:ext cx="7315200" cy="4708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>
                      <a:noFill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48" grpId="0" animBg="1"/>
      <p:bldP spid="50" grpId="0"/>
      <p:bldP spid="52" grpId="0" animBg="1"/>
      <p:bldP spid="53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05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电子的自旋与自旋磁矩</a:t>
            </a:r>
          </a:p>
        </p:txBody>
      </p:sp>
      <p:pic>
        <p:nvPicPr>
          <p:cNvPr id="110597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1284288"/>
            <a:ext cx="3717925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728663" y="2206625"/>
            <a:ext cx="6916737" cy="962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电子自旋的假设：每个电子都具有自旋的特性，由于自旋而具有自旋角动量    和自旋磁矩    ，自旋角动量量子数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898006"/>
              </p:ext>
            </p:extLst>
          </p:nvPr>
        </p:nvGraphicFramePr>
        <p:xfrm>
          <a:off x="2578100" y="2730500"/>
          <a:ext cx="319088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48" name="Equation" r:id="rId4" imgW="152268" imgH="203024" progId="Equation.DSMT4">
                  <p:embed/>
                </p:oleObj>
              </mc:Choice>
              <mc:Fallback>
                <p:oleObj name="Equation" r:id="rId4" imgW="152268" imgH="203024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730500"/>
                        <a:ext cx="319088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130598"/>
              </p:ext>
            </p:extLst>
          </p:nvPr>
        </p:nvGraphicFramePr>
        <p:xfrm>
          <a:off x="4079875" y="2687638"/>
          <a:ext cx="39846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49" name="Equation" r:id="rId6" imgW="190500" imgH="228600" progId="Equation.DSMT4">
                  <p:embed/>
                </p:oleObj>
              </mc:Choice>
              <mc:Fallback>
                <p:oleObj name="Equation" r:id="rId6" imgW="190500" imgH="22860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2687638"/>
                        <a:ext cx="39846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0162339"/>
              </p:ext>
            </p:extLst>
          </p:nvPr>
        </p:nvGraphicFramePr>
        <p:xfrm>
          <a:off x="1004888" y="4294208"/>
          <a:ext cx="76993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50" name="Equation" r:id="rId8" imgW="368280" imgH="406080" progId="Equation.DSMT4">
                  <p:embed/>
                </p:oleObj>
              </mc:Choice>
              <mc:Fallback>
                <p:oleObj name="Equation" r:id="rId8" imgW="368280" imgH="4060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88" y="4294208"/>
                        <a:ext cx="769938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829058"/>
              </p:ext>
            </p:extLst>
          </p:nvPr>
        </p:nvGraphicFramePr>
        <p:xfrm>
          <a:off x="1004888" y="3291362"/>
          <a:ext cx="5537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51" name="Equation" r:id="rId10" imgW="5537160" imgH="368280" progId="Equation.DSMT4">
                  <p:embed/>
                </p:oleObj>
              </mc:Choice>
              <mc:Fallback>
                <p:oleObj name="Equation" r:id="rId10" imgW="5537160" imgH="368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4888" y="3291362"/>
                        <a:ext cx="55372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3115188"/>
              </p:ext>
            </p:extLst>
          </p:nvPr>
        </p:nvGraphicFramePr>
        <p:xfrm>
          <a:off x="1004888" y="3775075"/>
          <a:ext cx="5740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1452" name="Equation" r:id="rId12" imgW="5740200" imgH="393480" progId="Equation.DSMT4">
                  <p:embed/>
                </p:oleObj>
              </mc:Choice>
              <mc:Fallback>
                <p:oleObj name="Equation" r:id="rId12" imgW="574020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04888" y="3775075"/>
                        <a:ext cx="57404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8"/>
          <p:cNvGrpSpPr>
            <a:grpSpLocks/>
          </p:cNvGrpSpPr>
          <p:nvPr/>
        </p:nvGrpSpPr>
        <p:grpSpPr bwMode="auto">
          <a:xfrm>
            <a:off x="2599926" y="4356891"/>
            <a:ext cx="4538124" cy="800098"/>
            <a:chOff x="96" y="1795"/>
            <a:chExt cx="2797" cy="504"/>
          </a:xfrm>
        </p:grpSpPr>
        <p:graphicFrame>
          <p:nvGraphicFramePr>
            <p:cNvPr id="1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40556771"/>
                </p:ext>
              </p:extLst>
            </p:nvPr>
          </p:nvGraphicFramePr>
          <p:xfrm>
            <a:off x="1293" y="1795"/>
            <a:ext cx="1600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53" name="Equation" r:id="rId14" imgW="2539800" imgH="799920" progId="Equation.DSMT4">
                    <p:embed/>
                  </p:oleObj>
                </mc:Choice>
                <mc:Fallback>
                  <p:oleObj name="Equation" r:id="rId14" imgW="2539800" imgH="799920" progId="Equation.DSMT4">
                    <p:embed/>
                    <p:pic>
                      <p:nvPicPr>
                        <p:cNvPr id="12297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93" y="1795"/>
                          <a:ext cx="1600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96" y="1903"/>
              <a:ext cx="127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自旋角动量：</a:t>
              </a:r>
              <a:endParaRPr lang="zh-CN" altLang="en-US" sz="2400" b="1" dirty="0"/>
            </a:p>
          </p:txBody>
        </p:sp>
      </p:grpSp>
      <p:grpSp>
        <p:nvGrpSpPr>
          <p:cNvPr id="30" name="Group 12"/>
          <p:cNvGrpSpPr>
            <a:grpSpLocks/>
          </p:cNvGrpSpPr>
          <p:nvPr/>
        </p:nvGrpSpPr>
        <p:grpSpPr bwMode="auto">
          <a:xfrm>
            <a:off x="884381" y="5089032"/>
            <a:ext cx="5843588" cy="736600"/>
            <a:chOff x="92" y="2284"/>
            <a:chExt cx="3681" cy="464"/>
          </a:xfrm>
        </p:grpSpPr>
        <p:graphicFrame>
          <p:nvGraphicFramePr>
            <p:cNvPr id="31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8412959"/>
                </p:ext>
              </p:extLst>
            </p:nvPr>
          </p:nvGraphicFramePr>
          <p:xfrm>
            <a:off x="1275" y="2393"/>
            <a:ext cx="736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54" name="Equation" r:id="rId16" imgW="1168200" imgH="393480" progId="Equation.DSMT4">
                    <p:embed/>
                  </p:oleObj>
                </mc:Choice>
                <mc:Fallback>
                  <p:oleObj name="Equation" r:id="rId16" imgW="1168200" imgH="393480" progId="Equation.DSMT4">
                    <p:embed/>
                    <p:pic>
                      <p:nvPicPr>
                        <p:cNvPr id="12301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5" y="2393"/>
                          <a:ext cx="736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1483295"/>
                </p:ext>
              </p:extLst>
            </p:nvPr>
          </p:nvGraphicFramePr>
          <p:xfrm>
            <a:off x="2234" y="2284"/>
            <a:ext cx="72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1455" name="Equation" r:id="rId18" imgW="1143000" imgH="736560" progId="Equation.DSMT4">
                    <p:embed/>
                  </p:oleObj>
                </mc:Choice>
                <mc:Fallback>
                  <p:oleObj name="Equation" r:id="rId18" imgW="1143000" imgH="736560" progId="Equation.DSMT4">
                    <p:embed/>
                    <p:pic>
                      <p:nvPicPr>
                        <p:cNvPr id="1230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4" y="2284"/>
                          <a:ext cx="720" cy="4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Rectangle 15"/>
            <p:cNvSpPr>
              <a:spLocks noChangeArrowheads="1"/>
            </p:cNvSpPr>
            <p:nvPr/>
          </p:nvSpPr>
          <p:spPr bwMode="auto">
            <a:xfrm>
              <a:off x="92" y="2390"/>
              <a:ext cx="125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000" b="1" dirty="0">
                  <a:solidFill>
                    <a:srgbClr val="000000"/>
                  </a:solidFill>
                  <a:latin typeface="方正新书宋简体" panose="03000509000000000000" pitchFamily="65" charset="-122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外场方向投影：</a:t>
              </a:r>
              <a:endParaRPr lang="zh-CN" altLang="en-US" sz="2000" b="1" dirty="0">
                <a:latin typeface="方正新书宋简体" panose="03000509000000000000" pitchFamily="65" charset="-122"/>
                <a:ea typeface="方正新书宋简体" panose="03000509000000000000" pitchFamily="65" charset="-122"/>
              </a:endParaRPr>
            </a:p>
          </p:txBody>
        </p:sp>
        <p:sp>
          <p:nvSpPr>
            <p:cNvPr id="34" name="Rectangle 16"/>
            <p:cNvSpPr>
              <a:spLocks noChangeArrowheads="1"/>
            </p:cNvSpPr>
            <p:nvPr/>
          </p:nvSpPr>
          <p:spPr bwMode="auto">
            <a:xfrm>
              <a:off x="3202" y="2389"/>
              <a:ext cx="571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en-US" altLang="zh-CN" sz="12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共</a:t>
              </a:r>
              <a:r>
                <a:rPr lang="en-US" altLang="zh-CN" sz="20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0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个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05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电子的自旋与自旋磁矩</a:t>
            </a:r>
          </a:p>
        </p:txBody>
      </p:sp>
      <p:pic>
        <p:nvPicPr>
          <p:cNvPr id="110597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0975" y="1284288"/>
            <a:ext cx="3717925" cy="493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组合 5"/>
          <p:cNvGrpSpPr/>
          <p:nvPr/>
        </p:nvGrpSpPr>
        <p:grpSpPr>
          <a:xfrm>
            <a:off x="924958" y="4464050"/>
            <a:ext cx="6048930" cy="812800"/>
            <a:chOff x="806450" y="5056516"/>
            <a:chExt cx="6048930" cy="812800"/>
          </a:xfrm>
        </p:grpSpPr>
        <p:sp>
          <p:nvSpPr>
            <p:cNvPr id="27" name="矩形 26"/>
            <p:cNvSpPr>
              <a:spLocks noChangeArrowheads="1"/>
            </p:cNvSpPr>
            <p:nvPr/>
          </p:nvSpPr>
          <p:spPr bwMode="auto">
            <a:xfrm>
              <a:off x="806450" y="5212707"/>
              <a:ext cx="3458369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其在空间任意方向的投影为：</a:t>
              </a:r>
            </a:p>
          </p:txBody>
        </p:sp>
        <p:graphicFrame>
          <p:nvGraphicFramePr>
            <p:cNvPr id="28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219061"/>
                </p:ext>
              </p:extLst>
            </p:nvPr>
          </p:nvGraphicFramePr>
          <p:xfrm>
            <a:off x="4264580" y="5056516"/>
            <a:ext cx="25908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87" name="Equation" r:id="rId4" imgW="2590560" imgH="812520" progId="Equation.DSMT4">
                    <p:embed/>
                  </p:oleObj>
                </mc:Choice>
                <mc:Fallback>
                  <p:oleObj name="Equation" r:id="rId4" imgW="2590560" imgH="812520" progId="Equation.DSMT4">
                    <p:embed/>
                    <p:pic>
                      <p:nvPicPr>
                        <p:cNvPr id="28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580" y="5056516"/>
                          <a:ext cx="25908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组合 3"/>
          <p:cNvGrpSpPr/>
          <p:nvPr/>
        </p:nvGrpSpPr>
        <p:grpSpPr>
          <a:xfrm>
            <a:off x="823913" y="2207872"/>
            <a:ext cx="6069409" cy="941388"/>
            <a:chOff x="823913" y="2207872"/>
            <a:chExt cx="6069409" cy="941388"/>
          </a:xfrm>
        </p:grpSpPr>
        <p:grpSp>
          <p:nvGrpSpPr>
            <p:cNvPr id="2" name="组合 1"/>
            <p:cNvGrpSpPr/>
            <p:nvPr/>
          </p:nvGrpSpPr>
          <p:grpSpPr>
            <a:xfrm>
              <a:off x="823913" y="2207872"/>
              <a:ext cx="3180556" cy="941388"/>
              <a:chOff x="728664" y="4194175"/>
              <a:chExt cx="3180556" cy="941388"/>
            </a:xfrm>
          </p:grpSpPr>
          <p:sp>
            <p:nvSpPr>
              <p:cNvPr id="25" name="矩形 24"/>
              <p:cNvSpPr>
                <a:spLocks noChangeArrowheads="1"/>
              </p:cNvSpPr>
              <p:nvPr/>
            </p:nvSpPr>
            <p:spPr bwMode="auto">
              <a:xfrm>
                <a:off x="728664" y="4387870"/>
                <a:ext cx="1425801" cy="5539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自旋磁矩：</a:t>
                </a:r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6" name="Object 3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94601135"/>
                  </p:ext>
                </p:extLst>
              </p:nvPr>
            </p:nvGraphicFramePr>
            <p:xfrm>
              <a:off x="2262982" y="4194175"/>
              <a:ext cx="1646238" cy="9413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99588" name="Equation" r:id="rId6" imgW="787058" imgH="444307" progId="Equation.DSMT4">
                      <p:embed/>
                    </p:oleObj>
                  </mc:Choice>
                  <mc:Fallback>
                    <p:oleObj name="Equation" r:id="rId6" imgW="787058" imgH="444307" progId="Equation.DSMT4">
                      <p:embed/>
                      <p:pic>
                        <p:nvPicPr>
                          <p:cNvPr id="26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62982" y="4194175"/>
                            <a:ext cx="1646238" cy="9413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36315184"/>
                </p:ext>
              </p:extLst>
            </p:nvPr>
          </p:nvGraphicFramePr>
          <p:xfrm>
            <a:off x="4912122" y="2227716"/>
            <a:ext cx="1981200" cy="901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589" name="Equation" r:id="rId8" imgW="1981080" imgH="901440" progId="Equation.DSMT4">
                    <p:embed/>
                  </p:oleObj>
                </mc:Choice>
                <mc:Fallback>
                  <p:oleObj name="Equation" r:id="rId8" imgW="1981080" imgH="9014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4912122" y="2227716"/>
                          <a:ext cx="1981200" cy="901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838100"/>
              </p:ext>
            </p:extLst>
          </p:nvPr>
        </p:nvGraphicFramePr>
        <p:xfrm>
          <a:off x="1524000" y="3603625"/>
          <a:ext cx="4318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90" name="Equation" r:id="rId10" imgW="4317840" imgH="812520" progId="Equation.DSMT4">
                  <p:embed/>
                </p:oleObj>
              </mc:Choice>
              <mc:Fallback>
                <p:oleObj name="Equation" r:id="rId10" imgW="431784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24000" y="3603625"/>
                        <a:ext cx="4318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129331" y="5628759"/>
            <a:ext cx="35974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共两</a:t>
            </a:r>
            <a:r>
              <a:rPr lang="zh-CN" altLang="en-US" sz="2000" b="1" dirty="0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个</a:t>
            </a:r>
            <a:r>
              <a:rPr kumimoji="1" lang="zh-CN" altLang="en-US" sz="2000" b="1" dirty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zh-CN" altLang="en-US" sz="2000" b="1" dirty="0" smtClean="0">
                <a:solidFill>
                  <a:srgbClr val="FF0000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偶数</a:t>
            </a:r>
            <a:r>
              <a:rPr lang="en-US" altLang="zh-CN" sz="2000" b="1" dirty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solidFill>
                  <a:srgbClr val="FF0000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与实验结果</a:t>
            </a:r>
            <a:r>
              <a:rPr lang="zh-CN" altLang="en-US" sz="2000" b="1" dirty="0" smtClean="0">
                <a:solidFill>
                  <a:srgbClr val="FF0000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相符</a:t>
            </a:r>
            <a:endParaRPr lang="zh-CN" altLang="en-US" sz="2000" b="1" dirty="0">
              <a:solidFill>
                <a:srgbClr val="FF0000"/>
              </a:solidFill>
              <a:latin typeface="方正新书宋简体" panose="03000509000000000000" pitchFamily="65" charset="-122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89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05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9.2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电子的自旋与磁矩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轨道磁矩与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自旋磁矩</a:t>
            </a:r>
          </a:p>
        </p:txBody>
      </p:sp>
      <p:pic>
        <p:nvPicPr>
          <p:cNvPr id="110597" name="图片 5">
            <a:hlinkClick r:id="" action="ppaction://noaction"/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903"/>
          <a:stretch/>
        </p:blipFill>
        <p:spPr bwMode="auto">
          <a:xfrm>
            <a:off x="8474075" y="4537109"/>
            <a:ext cx="3717925" cy="2223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3"/>
          <p:cNvGrpSpPr/>
          <p:nvPr/>
        </p:nvGrpSpPr>
        <p:grpSpPr>
          <a:xfrm>
            <a:off x="823913" y="2270125"/>
            <a:ext cx="6829425" cy="812800"/>
            <a:chOff x="823913" y="2270125"/>
            <a:chExt cx="6829425" cy="812800"/>
          </a:xfrm>
        </p:grpSpPr>
        <p:sp>
          <p:nvSpPr>
            <p:cNvPr id="25" name="矩形 24"/>
            <p:cNvSpPr>
              <a:spLocks noChangeArrowheads="1"/>
            </p:cNvSpPr>
            <p:nvPr/>
          </p:nvSpPr>
          <p:spPr bwMode="auto">
            <a:xfrm>
              <a:off x="823913" y="2401567"/>
              <a:ext cx="1425801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轨道磁矩：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44409631"/>
                </p:ext>
              </p:extLst>
            </p:nvPr>
          </p:nvGraphicFramePr>
          <p:xfrm>
            <a:off x="2370138" y="2270125"/>
            <a:ext cx="52832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830" name="Equation" r:id="rId4" imgW="5283000" imgH="812520" progId="Equation.DSMT4">
                    <p:embed/>
                  </p:oleObj>
                </mc:Choice>
                <mc:Fallback>
                  <p:oleObj name="Equation" r:id="rId4" imgW="5283000" imgH="812520" progId="Equation.DSMT4">
                    <p:embed/>
                    <p:pic>
                      <p:nvPicPr>
                        <p:cNvPr id="3" name="对象 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370138" y="2270125"/>
                          <a:ext cx="52832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5853814"/>
              </p:ext>
            </p:extLst>
          </p:nvPr>
        </p:nvGraphicFramePr>
        <p:xfrm>
          <a:off x="8636000" y="2206625"/>
          <a:ext cx="2438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1" name="Equation" r:id="rId6" imgW="2438280" imgH="812520" progId="Equation.DSMT4">
                  <p:embed/>
                </p:oleObj>
              </mc:Choice>
              <mc:Fallback>
                <p:oleObj name="Equation" r:id="rId6" imgW="24382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36000" y="2206625"/>
                        <a:ext cx="2438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823913" y="3225800"/>
            <a:ext cx="6351587" cy="812800"/>
            <a:chOff x="823913" y="3927862"/>
            <a:chExt cx="6351587" cy="812800"/>
          </a:xfrm>
        </p:grpSpPr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1837175"/>
                </p:ext>
              </p:extLst>
            </p:nvPr>
          </p:nvGraphicFramePr>
          <p:xfrm>
            <a:off x="2857500" y="3927862"/>
            <a:ext cx="4318000" cy="812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832" name="Equation" r:id="rId8" imgW="4317840" imgH="812520" progId="Equation.DSMT4">
                    <p:embed/>
                  </p:oleObj>
                </mc:Choice>
                <mc:Fallback>
                  <p:oleObj name="Equation" r:id="rId8" imgW="4317840" imgH="812520" progId="Equation.DSMT4">
                    <p:embed/>
                    <p:pic>
                      <p:nvPicPr>
                        <p:cNvPr id="5" name="对象 4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857500" y="3927862"/>
                          <a:ext cx="4318000" cy="8128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矩形 16"/>
            <p:cNvSpPr>
              <a:spLocks noChangeArrowheads="1"/>
            </p:cNvSpPr>
            <p:nvPr/>
          </p:nvSpPr>
          <p:spPr bwMode="auto">
            <a:xfrm>
              <a:off x="823913" y="4057037"/>
              <a:ext cx="1425801" cy="5539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5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自旋磁矩：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053861"/>
              </p:ext>
            </p:extLst>
          </p:nvPr>
        </p:nvGraphicFramePr>
        <p:xfrm>
          <a:off x="1246188" y="4094163"/>
          <a:ext cx="27305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3" name="Equation" r:id="rId10" imgW="2730240" imgH="812520" progId="Equation.DSMT4">
                  <p:embed/>
                </p:oleObj>
              </mc:Choice>
              <mc:Fallback>
                <p:oleObj name="Equation" r:id="rId10" imgW="2730240" imgH="812520" progId="Equation.DSMT4">
                  <p:embed/>
                  <p:pic>
                    <p:nvPicPr>
                      <p:cNvPr id="1334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6188" y="4094163"/>
                        <a:ext cx="27305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306046"/>
              </p:ext>
            </p:extLst>
          </p:nvPr>
        </p:nvGraphicFramePr>
        <p:xfrm>
          <a:off x="5248275" y="4094163"/>
          <a:ext cx="2819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4" name="Equation" r:id="rId12" imgW="2819160" imgH="812520" progId="Equation.DSMT4">
                  <p:embed/>
                </p:oleObj>
              </mc:Choice>
              <mc:Fallback>
                <p:oleObj name="Equation" r:id="rId12" imgW="2819160" imgH="812520" progId="Equation.DSMT4">
                  <p:embed/>
                  <p:pic>
                    <p:nvPicPr>
                      <p:cNvPr id="1334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8275" y="4094163"/>
                        <a:ext cx="2819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0559607"/>
              </p:ext>
            </p:extLst>
          </p:nvPr>
        </p:nvGraphicFramePr>
        <p:xfrm>
          <a:off x="8778875" y="3225800"/>
          <a:ext cx="23749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35" name="Equation" r:id="rId14" imgW="2374560" imgH="812520" progId="Equation.DSMT4">
                  <p:embed/>
                </p:oleObj>
              </mc:Choice>
              <mc:Fallback>
                <p:oleObj name="Equation" r:id="rId14" imgW="237456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8778875" y="3225800"/>
                        <a:ext cx="23749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39"/>
          <p:cNvSpPr txBox="1">
            <a:spLocks noChangeArrowheads="1"/>
          </p:cNvSpPr>
          <p:nvPr/>
        </p:nvSpPr>
        <p:spPr bwMode="auto">
          <a:xfrm>
            <a:off x="709174" y="5049645"/>
            <a:ext cx="611981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和</a:t>
            </a:r>
            <a:r>
              <a:rPr lang="en-US" altLang="zh-CN" sz="2000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</a:t>
            </a:r>
            <a:r>
              <a:rPr lang="en-US" altLang="zh-CN" sz="2000" b="1" i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分别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是轨道和自旋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g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因子，也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称为朗德因子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93725" y="5709931"/>
            <a:ext cx="7839090" cy="861774"/>
            <a:chOff x="593725" y="5709931"/>
            <a:chExt cx="7839090" cy="861774"/>
          </a:xfrm>
        </p:grpSpPr>
        <p:graphicFrame>
          <p:nvGraphicFramePr>
            <p:cNvPr id="23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80449698"/>
                </p:ext>
              </p:extLst>
            </p:nvPr>
          </p:nvGraphicFramePr>
          <p:xfrm>
            <a:off x="593725" y="5899150"/>
            <a:ext cx="23876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836" name="Equation" r:id="rId16" imgW="2387520" imgH="482400" progId="Equation.DSMT4">
                    <p:embed/>
                  </p:oleObj>
                </mc:Choice>
                <mc:Fallback>
                  <p:oleObj name="Equation" r:id="rId16" imgW="2387520" imgH="482400" progId="Equation.DSMT4">
                    <p:embed/>
                    <p:pic>
                      <p:nvPicPr>
                        <p:cNvPr id="13348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725" y="5899150"/>
                          <a:ext cx="23876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53491657"/>
                </p:ext>
              </p:extLst>
            </p:nvPr>
          </p:nvGraphicFramePr>
          <p:xfrm>
            <a:off x="3306763" y="5930900"/>
            <a:ext cx="1689100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0837" name="Equation" r:id="rId18" imgW="1688760" imgH="419040" progId="Equation.DSMT4">
                    <p:embed/>
                  </p:oleObj>
                </mc:Choice>
                <mc:Fallback>
                  <p:oleObj name="Equation" r:id="rId18" imgW="1688760" imgH="419040" progId="Equation.DSMT4">
                    <p:embed/>
                    <p:pic>
                      <p:nvPicPr>
                        <p:cNvPr id="13349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6763" y="5930900"/>
                          <a:ext cx="1689100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 Box 42"/>
            <p:cNvSpPr txBox="1">
              <a:spLocks noChangeArrowheads="1"/>
            </p:cNvSpPr>
            <p:nvPr/>
          </p:nvSpPr>
          <p:spPr bwMode="auto">
            <a:xfrm>
              <a:off x="5225158" y="5709931"/>
              <a:ext cx="3207657" cy="8617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只考虑轨道角动量时 </a:t>
              </a:r>
              <a:r>
                <a:rPr lang="en-US" altLang="zh-CN" sz="2000" b="1" i="1" dirty="0" err="1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 err="1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j</a:t>
              </a:r>
              <a:r>
                <a:rPr lang="en-US" altLang="zh-CN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=1</a:t>
              </a:r>
              <a:endPara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2000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只考虑自旋角动量时 </a:t>
              </a:r>
              <a:r>
                <a:rPr lang="en-US" altLang="zh-CN" sz="2000" b="1" i="1" dirty="0" err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g</a:t>
              </a:r>
              <a:r>
                <a:rPr lang="en-US" altLang="zh-CN" sz="2000" b="1" i="1" baseline="-25000" dirty="0" err="1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j</a:t>
              </a:r>
              <a:r>
                <a:rPr lang="en-US" altLang="zh-CN" sz="2000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=2</a:t>
              </a:r>
              <a:endPara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503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161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的总角动量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pSp>
        <p:nvGrpSpPr>
          <p:cNvPr id="15" name="Group 5"/>
          <p:cNvGrpSpPr>
            <a:grpSpLocks/>
          </p:cNvGrpSpPr>
          <p:nvPr/>
        </p:nvGrpSpPr>
        <p:grpSpPr bwMode="auto">
          <a:xfrm>
            <a:off x="930275" y="1974850"/>
            <a:ext cx="7631113" cy="560388"/>
            <a:chOff x="336" y="1477"/>
            <a:chExt cx="4807" cy="353"/>
          </a:xfrm>
        </p:grpSpPr>
        <p:graphicFrame>
          <p:nvGraphicFramePr>
            <p:cNvPr id="111634" name="Object 6"/>
            <p:cNvGraphicFramePr>
              <a:graphicFrameLocks noChangeAspect="1"/>
            </p:cNvGraphicFramePr>
            <p:nvPr/>
          </p:nvGraphicFramePr>
          <p:xfrm>
            <a:off x="1950" y="1486"/>
            <a:ext cx="1247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5" name="Equation" r:id="rId3" imgW="914400" imgH="254000" progId="Equation.DSMT4">
                    <p:embed/>
                  </p:oleObj>
                </mc:Choice>
                <mc:Fallback>
                  <p:oleObj name="Equation" r:id="rId3" imgW="914400" imgH="25400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0" y="1486"/>
                          <a:ext cx="1247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635" name="Object 7"/>
            <p:cNvGraphicFramePr>
              <a:graphicFrameLocks noChangeAspect="1"/>
            </p:cNvGraphicFramePr>
            <p:nvPr/>
          </p:nvGraphicFramePr>
          <p:xfrm>
            <a:off x="3631" y="1532"/>
            <a:ext cx="1512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6" name="Equation" r:id="rId5" imgW="1040948" imgH="203112" progId="Equation.DSMT4">
                    <p:embed/>
                  </p:oleObj>
                </mc:Choice>
                <mc:Fallback>
                  <p:oleObj name="Equation" r:id="rId5" imgW="1040948" imgH="203112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1" y="1532"/>
                          <a:ext cx="1512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36" name="Rectangle 8"/>
            <p:cNvSpPr>
              <a:spLocks noChangeArrowheads="1"/>
            </p:cNvSpPr>
            <p:nvPr/>
          </p:nvSpPr>
          <p:spPr bwMode="auto">
            <a:xfrm>
              <a:off x="336" y="1477"/>
              <a:ext cx="10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轨道角动量：</a:t>
              </a:r>
            </a:p>
          </p:txBody>
        </p:sp>
      </p:grpSp>
      <p:grpSp>
        <p:nvGrpSpPr>
          <p:cNvPr id="20" name="Group 10"/>
          <p:cNvGrpSpPr>
            <a:grpSpLocks/>
          </p:cNvGrpSpPr>
          <p:nvPr/>
        </p:nvGrpSpPr>
        <p:grpSpPr bwMode="auto">
          <a:xfrm>
            <a:off x="930275" y="2919413"/>
            <a:ext cx="6273800" cy="493712"/>
            <a:chOff x="316" y="1928"/>
            <a:chExt cx="3952" cy="311"/>
          </a:xfrm>
        </p:grpSpPr>
        <p:graphicFrame>
          <p:nvGraphicFramePr>
            <p:cNvPr id="111631" name="Object 11"/>
            <p:cNvGraphicFramePr>
              <a:graphicFrameLocks noChangeAspect="1"/>
            </p:cNvGraphicFramePr>
            <p:nvPr/>
          </p:nvGraphicFramePr>
          <p:xfrm>
            <a:off x="1850" y="1928"/>
            <a:ext cx="1165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7" name="Equation" r:id="rId7" imgW="939392" imgH="253890" progId="Equation.DSMT4">
                    <p:embed/>
                  </p:oleObj>
                </mc:Choice>
                <mc:Fallback>
                  <p:oleObj name="Equation" r:id="rId7" imgW="939392" imgH="25389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0" y="1928"/>
                          <a:ext cx="1165" cy="3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632" name="Object 12"/>
            <p:cNvGraphicFramePr>
              <a:graphicFrameLocks noChangeAspect="1"/>
            </p:cNvGraphicFramePr>
            <p:nvPr/>
          </p:nvGraphicFramePr>
          <p:xfrm>
            <a:off x="3627" y="1943"/>
            <a:ext cx="641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8" name="Equation" r:id="rId9" imgW="469696" imgH="215806" progId="Equation.DSMT4">
                    <p:embed/>
                  </p:oleObj>
                </mc:Choice>
                <mc:Fallback>
                  <p:oleObj name="Equation" r:id="rId9" imgW="469696" imgH="215806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27" y="1943"/>
                          <a:ext cx="641" cy="2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33" name="Rectangle 13"/>
            <p:cNvSpPr>
              <a:spLocks noChangeArrowheads="1"/>
            </p:cNvSpPr>
            <p:nvPr/>
          </p:nvSpPr>
          <p:spPr bwMode="auto">
            <a:xfrm>
              <a:off x="316" y="1957"/>
              <a:ext cx="1092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自旋角动量：</a:t>
              </a:r>
            </a:p>
          </p:txBody>
        </p:sp>
      </p:grp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955675" y="3748088"/>
            <a:ext cx="7350125" cy="495300"/>
            <a:chOff x="955963" y="3747301"/>
            <a:chExt cx="7350126" cy="495300"/>
          </a:xfrm>
        </p:grpSpPr>
        <p:graphicFrame>
          <p:nvGraphicFramePr>
            <p:cNvPr id="111628" name="Object 14"/>
            <p:cNvGraphicFramePr>
              <a:graphicFrameLocks noChangeAspect="1"/>
            </p:cNvGraphicFramePr>
            <p:nvPr/>
          </p:nvGraphicFramePr>
          <p:xfrm>
            <a:off x="3372138" y="3757620"/>
            <a:ext cx="1484313" cy="4746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89" name="Equation" r:id="rId11" imgW="647419" imgH="203112" progId="Equation.DSMT4">
                    <p:embed/>
                  </p:oleObj>
                </mc:Choice>
                <mc:Fallback>
                  <p:oleObj name="Equation" r:id="rId11" imgW="647419" imgH="203112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2138" y="3757620"/>
                          <a:ext cx="1484313" cy="4746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629" name="Object 15"/>
            <p:cNvGraphicFramePr>
              <a:graphicFrameLocks noChangeAspect="1"/>
            </p:cNvGraphicFramePr>
            <p:nvPr/>
          </p:nvGraphicFramePr>
          <p:xfrm>
            <a:off x="6443951" y="3747301"/>
            <a:ext cx="1862138" cy="495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0790" name="Equation" r:id="rId13" imgW="952087" imgH="253890" progId="Equation.DSMT4">
                    <p:embed/>
                  </p:oleObj>
                </mc:Choice>
                <mc:Fallback>
                  <p:oleObj name="Equation" r:id="rId13" imgW="952087" imgH="253890" progId="Equation.DSMT4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43951" y="3747301"/>
                          <a:ext cx="1862138" cy="495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1630" name="Rectangle 16"/>
            <p:cNvSpPr>
              <a:spLocks noChangeArrowheads="1"/>
            </p:cNvSpPr>
            <p:nvPr/>
          </p:nvSpPr>
          <p:spPr bwMode="auto">
            <a:xfrm>
              <a:off x="955963" y="3794896"/>
              <a:ext cx="164500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总角动量：  </a:t>
              </a:r>
            </a:p>
          </p:txBody>
        </p:sp>
      </p:grpSp>
      <p:graphicFrame>
        <p:nvGraphicFramePr>
          <p:cNvPr id="39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534807"/>
              </p:ext>
            </p:extLst>
          </p:nvPr>
        </p:nvGraphicFramePr>
        <p:xfrm>
          <a:off x="3289300" y="4587875"/>
          <a:ext cx="34051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91" name="Equation" r:id="rId15" imgW="1587500" imgH="241300" progId="Equation.DSMT4">
                  <p:embed/>
                </p:oleObj>
              </mc:Choice>
              <mc:Fallback>
                <p:oleObj name="Equation" r:id="rId15" imgW="1587500" imgH="2413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300" y="4587875"/>
                        <a:ext cx="34051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87413" y="5345113"/>
            <a:ext cx="51403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例如：当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=1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时，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=1+1/2=3/2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=1-1/2=1/2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6539753"/>
              </p:ext>
            </p:extLst>
          </p:nvPr>
        </p:nvGraphicFramePr>
        <p:xfrm>
          <a:off x="930275" y="6110288"/>
          <a:ext cx="274955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92" name="Equation" r:id="rId17" imgW="1269449" imgH="253890" progId="Equation.DSMT4">
                  <p:embed/>
                </p:oleObj>
              </mc:Choice>
              <mc:Fallback>
                <p:oleObj name="Equation" r:id="rId17" imgW="1269449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275" y="6110288"/>
                        <a:ext cx="274955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7005371"/>
              </p:ext>
            </p:extLst>
          </p:nvPr>
        </p:nvGraphicFramePr>
        <p:xfrm>
          <a:off x="3998913" y="5884863"/>
          <a:ext cx="26987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93" name="Equation" r:id="rId19" imgW="1371600" imgH="431800" progId="Equation.DSMT4">
                  <p:embed/>
                </p:oleObj>
              </mc:Choice>
              <mc:Fallback>
                <p:oleObj name="Equation" r:id="rId19" imgW="1371600" imgH="4318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8913" y="5884863"/>
                        <a:ext cx="26987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253381"/>
              </p:ext>
            </p:extLst>
          </p:nvPr>
        </p:nvGraphicFramePr>
        <p:xfrm>
          <a:off x="7092950" y="5784850"/>
          <a:ext cx="3178175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794" name="Equation" r:id="rId21" imgW="1625600" imgH="533400" progId="Equation.DSMT4">
                  <p:embed/>
                </p:oleObj>
              </mc:Choice>
              <mc:Fallback>
                <p:oleObj name="Equation" r:id="rId21" imgW="1625600" imgH="5334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5784850"/>
                        <a:ext cx="3178175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37"/>
          <p:cNvSpPr>
            <a:spLocks noChangeArrowheads="1"/>
          </p:cNvSpPr>
          <p:nvPr/>
        </p:nvSpPr>
        <p:spPr bwMode="auto">
          <a:xfrm>
            <a:off x="7634312" y="4487862"/>
            <a:ext cx="2757488" cy="70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</a:t>
            </a:r>
            <a:r>
              <a:rPr lang="en-US" altLang="zh-CN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＞</a:t>
            </a:r>
            <a:r>
              <a:rPr lang="en-US" altLang="zh-CN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时，共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个值</a:t>
            </a:r>
            <a:endParaRPr lang="en-US" altLang="zh-CN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＜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时，共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sz="2000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+1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个值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264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2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2657226"/>
              </p:ext>
            </p:extLst>
          </p:nvPr>
        </p:nvGraphicFramePr>
        <p:xfrm>
          <a:off x="852488" y="2941638"/>
          <a:ext cx="609600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070" name="Equation" r:id="rId3" imgW="3073400" imgH="469900" progId="Equation.DSMT4">
                  <p:embed/>
                </p:oleObj>
              </mc:Choice>
              <mc:Fallback>
                <p:oleObj name="Equation" r:id="rId3" imgW="3073400" imgH="469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941638"/>
                        <a:ext cx="609600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4646144"/>
              </p:ext>
            </p:extLst>
          </p:nvPr>
        </p:nvGraphicFramePr>
        <p:xfrm>
          <a:off x="865188" y="2360613"/>
          <a:ext cx="348615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071" name="Equation" r:id="rId5" imgW="1562100" imgH="203200" progId="Equation.DSMT4">
                  <p:embed/>
                </p:oleObj>
              </mc:Choice>
              <mc:Fallback>
                <p:oleObj name="Equation" r:id="rId5" imgW="1562100" imgH="203200" progId="Equation.DSMT4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2360613"/>
                        <a:ext cx="348615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9801915"/>
              </p:ext>
            </p:extLst>
          </p:nvPr>
        </p:nvGraphicFramePr>
        <p:xfrm>
          <a:off x="646113" y="3878263"/>
          <a:ext cx="8993187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072" name="Equation" r:id="rId7" imgW="4533900" imgH="952500" progId="Equation.DSMT4">
                  <p:embed/>
                </p:oleObj>
              </mc:Choice>
              <mc:Fallback>
                <p:oleObj name="Equation" r:id="rId7" imgW="4533900" imgH="9525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113" y="3878263"/>
                        <a:ext cx="8993187" cy="189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793161"/>
              </p:ext>
            </p:extLst>
          </p:nvPr>
        </p:nvGraphicFramePr>
        <p:xfrm>
          <a:off x="720725" y="6154738"/>
          <a:ext cx="8515350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073" name="Equation" r:id="rId9" imgW="4292600" imgH="241300" progId="Equation.DSMT4">
                  <p:embed/>
                </p:oleObj>
              </mc:Choice>
              <mc:Fallback>
                <p:oleObj name="Equation" r:id="rId9" imgW="4292600" imgH="2413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6154738"/>
                        <a:ext cx="8515350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9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268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原子的总角动量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7430766" y="1280206"/>
            <a:ext cx="4323671" cy="2301194"/>
            <a:chOff x="7430766" y="1280206"/>
            <a:chExt cx="4323671" cy="2301194"/>
          </a:xfrm>
        </p:grpSpPr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430766" y="1658031"/>
              <a:ext cx="4323671" cy="1671442"/>
            </a:xfrm>
            <a:prstGeom prst="rect">
              <a:avLst/>
            </a:prstGeom>
          </p:spPr>
        </p:pic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6460953"/>
                </p:ext>
              </p:extLst>
            </p:nvPr>
          </p:nvGraphicFramePr>
          <p:xfrm>
            <a:off x="7737475" y="1619250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4" name="Equation" r:id="rId12" imgW="241200" imgH="330120" progId="Equation.DSMT4">
                    <p:embed/>
                  </p:oleObj>
                </mc:Choice>
                <mc:Fallback>
                  <p:oleObj name="Equation" r:id="rId12" imgW="2412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7737475" y="1619250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49354091"/>
                </p:ext>
              </p:extLst>
            </p:nvPr>
          </p:nvGraphicFramePr>
          <p:xfrm>
            <a:off x="8797925" y="3051175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5" name="Equation" r:id="rId14" imgW="241200" imgH="342720" progId="Equation.DSMT4">
                    <p:embed/>
                  </p:oleObj>
                </mc:Choice>
                <mc:Fallback>
                  <p:oleObj name="Equation" r:id="rId14" imgW="241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8797925" y="3051175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6459907"/>
                </p:ext>
              </p:extLst>
            </p:nvPr>
          </p:nvGraphicFramePr>
          <p:xfrm>
            <a:off x="9196284" y="1280206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6" name="Equation" r:id="rId16" imgW="241200" imgH="342720" progId="Equation.DSMT4">
                    <p:embed/>
                  </p:oleObj>
                </mc:Choice>
                <mc:Fallback>
                  <p:oleObj name="Equation" r:id="rId16" imgW="2412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9196284" y="1280206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7642727"/>
                </p:ext>
              </p:extLst>
            </p:nvPr>
          </p:nvGraphicFramePr>
          <p:xfrm>
            <a:off x="7898446" y="2911475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7" name="Equation" r:id="rId18" imgW="215640" imgH="279360" progId="Equation.DSMT4">
                    <p:embed/>
                  </p:oleObj>
                </mc:Choice>
                <mc:Fallback>
                  <p:oleObj name="Equation" r:id="rId18" imgW="215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898446" y="2911475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57306456"/>
                </p:ext>
              </p:extLst>
            </p:nvPr>
          </p:nvGraphicFramePr>
          <p:xfrm>
            <a:off x="9756625" y="2103848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8" name="Equation" r:id="rId20" imgW="241200" imgH="330120" progId="Equation.DSMT4">
                    <p:embed/>
                  </p:oleObj>
                </mc:Choice>
                <mc:Fallback>
                  <p:oleObj name="Equation" r:id="rId20" imgW="241200" imgH="3301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9756625" y="2103848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756982"/>
                </p:ext>
              </p:extLst>
            </p:nvPr>
          </p:nvGraphicFramePr>
          <p:xfrm>
            <a:off x="11245529" y="3238500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79" name="Equation" r:id="rId21" imgW="241200" imgH="342720" progId="Equation.DSMT4">
                    <p:embed/>
                  </p:oleObj>
                </mc:Choice>
                <mc:Fallback>
                  <p:oleObj name="Equation" r:id="rId21" imgW="241200" imgH="34272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11245529" y="3238500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30078199"/>
                </p:ext>
              </p:extLst>
            </p:nvPr>
          </p:nvGraphicFramePr>
          <p:xfrm>
            <a:off x="11135519" y="1486581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80" name="Equation" r:id="rId22" imgW="241200" imgH="342720" progId="Equation.DSMT4">
                    <p:embed/>
                  </p:oleObj>
                </mc:Choice>
                <mc:Fallback>
                  <p:oleObj name="Equation" r:id="rId22" imgW="241200" imgH="34272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11135519" y="1486581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1661703"/>
                </p:ext>
              </p:extLst>
            </p:nvPr>
          </p:nvGraphicFramePr>
          <p:xfrm>
            <a:off x="10672762" y="2829963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081" name="Equation" r:id="rId23" imgW="215640" imgH="279360" progId="Equation.DSMT4">
                    <p:embed/>
                  </p:oleObj>
                </mc:Choice>
                <mc:Fallback>
                  <p:oleObj name="Equation" r:id="rId23" imgW="215640" imgH="27936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10672762" y="2829963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264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2649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02170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原子的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总磁矩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76041" y="1722438"/>
            <a:ext cx="4764349" cy="4906416"/>
            <a:chOff x="7158571" y="1114993"/>
            <a:chExt cx="4764349" cy="4906416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58571" y="1114993"/>
              <a:ext cx="4581720" cy="4906416"/>
            </a:xfrm>
            <a:prstGeom prst="rect">
              <a:avLst/>
            </a:prstGeom>
          </p:spPr>
        </p:pic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315485"/>
                </p:ext>
              </p:extLst>
            </p:nvPr>
          </p:nvGraphicFramePr>
          <p:xfrm>
            <a:off x="7668677" y="2666661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2" name="Equation" r:id="rId5" imgW="241200" imgH="330120" progId="Equation.DSMT4">
                    <p:embed/>
                  </p:oleObj>
                </mc:Choice>
                <mc:Fallback>
                  <p:oleObj name="Equation" r:id="rId5" imgW="241200" imgH="330120" progId="Equation.DSMT4">
                    <p:embed/>
                    <p:pic>
                      <p:nvPicPr>
                        <p:cNvPr id="15" name="对象 1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668677" y="2666661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6912571"/>
                </p:ext>
              </p:extLst>
            </p:nvPr>
          </p:nvGraphicFramePr>
          <p:xfrm>
            <a:off x="9235609" y="4648768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3" name="Equation" r:id="rId7" imgW="241200" imgH="342720" progId="Equation.DSMT4">
                    <p:embed/>
                  </p:oleObj>
                </mc:Choice>
                <mc:Fallback>
                  <p:oleObj name="Equation" r:id="rId7" imgW="241200" imgH="342720" progId="Equation.DSMT4">
                    <p:embed/>
                    <p:pic>
                      <p:nvPicPr>
                        <p:cNvPr id="16" name="对象 1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9235609" y="4648768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0194911"/>
                </p:ext>
              </p:extLst>
            </p:nvPr>
          </p:nvGraphicFramePr>
          <p:xfrm>
            <a:off x="9449431" y="1665288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4" name="Equation" r:id="rId9" imgW="241200" imgH="342720" progId="Equation.DSMT4">
                    <p:embed/>
                  </p:oleObj>
                </mc:Choice>
                <mc:Fallback>
                  <p:oleObj name="Equation" r:id="rId9" imgW="241200" imgH="342720" progId="Equation.DSMT4">
                    <p:embed/>
                    <p:pic>
                      <p:nvPicPr>
                        <p:cNvPr id="18" name="对象 17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449431" y="1665288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9972247"/>
                </p:ext>
              </p:extLst>
            </p:nvPr>
          </p:nvGraphicFramePr>
          <p:xfrm>
            <a:off x="7661102" y="4540818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5" name="Equation" r:id="rId11" imgW="215640" imgH="279360" progId="Equation.DSMT4">
                    <p:embed/>
                  </p:oleObj>
                </mc:Choice>
                <mc:Fallback>
                  <p:oleObj name="Equation" r:id="rId11" imgW="215640" imgH="279360" progId="Equation.DSMT4">
                    <p:embed/>
                    <p:pic>
                      <p:nvPicPr>
                        <p:cNvPr id="19" name="对象 18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7661102" y="4540818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对象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7173907"/>
                </p:ext>
              </p:extLst>
            </p:nvPr>
          </p:nvGraphicFramePr>
          <p:xfrm>
            <a:off x="10460818" y="2501561"/>
            <a:ext cx="2413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6" name="Equation" r:id="rId13" imgW="241200" imgH="330120" progId="Equation.DSMT4">
                    <p:embed/>
                  </p:oleObj>
                </mc:Choice>
                <mc:Fallback>
                  <p:oleObj name="Equation" r:id="rId13" imgW="241200" imgH="330120" progId="Equation.DSMT4">
                    <p:embed/>
                    <p:pic>
                      <p:nvPicPr>
                        <p:cNvPr id="28" name="对象 27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460818" y="2501561"/>
                          <a:ext cx="2413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3450896"/>
                </p:ext>
              </p:extLst>
            </p:nvPr>
          </p:nvGraphicFramePr>
          <p:xfrm>
            <a:off x="10996679" y="5337369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7" name="Equation" r:id="rId14" imgW="241200" imgH="342720" progId="Equation.DSMT4">
                    <p:embed/>
                  </p:oleObj>
                </mc:Choice>
                <mc:Fallback>
                  <p:oleObj name="Equation" r:id="rId14" imgW="241200" imgH="342720" progId="Equation.DSMT4">
                    <p:embed/>
                    <p:pic>
                      <p:nvPicPr>
                        <p:cNvPr id="29" name="对象 28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996679" y="5337369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6589936"/>
                </p:ext>
              </p:extLst>
            </p:nvPr>
          </p:nvGraphicFramePr>
          <p:xfrm>
            <a:off x="11681620" y="3104429"/>
            <a:ext cx="2413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8" name="Equation" r:id="rId15" imgW="241200" imgH="342720" progId="Equation.DSMT4">
                    <p:embed/>
                  </p:oleObj>
                </mc:Choice>
                <mc:Fallback>
                  <p:oleObj name="Equation" r:id="rId15" imgW="241200" imgH="342720" progId="Equation.DSMT4">
                    <p:embed/>
                    <p:pic>
                      <p:nvPicPr>
                        <p:cNvPr id="30" name="对象 29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681620" y="3104429"/>
                          <a:ext cx="2413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3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2412318"/>
                </p:ext>
              </p:extLst>
            </p:nvPr>
          </p:nvGraphicFramePr>
          <p:xfrm>
            <a:off x="10473518" y="3467936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19" name="Equation" r:id="rId16" imgW="215640" imgH="279360" progId="Equation.DSMT4">
                    <p:embed/>
                  </p:oleObj>
                </mc:Choice>
                <mc:Fallback>
                  <p:oleObj name="Equation" r:id="rId16" imgW="215640" imgH="279360" progId="Equation.DSMT4">
                    <p:embed/>
                    <p:pic>
                      <p:nvPicPr>
                        <p:cNvPr id="31" name="对象 30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473518" y="3467936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4246013"/>
                </p:ext>
              </p:extLst>
            </p:nvPr>
          </p:nvGraphicFramePr>
          <p:xfrm>
            <a:off x="7541774" y="5299269"/>
            <a:ext cx="317500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20" name="Equation" r:id="rId17" imgW="317160" imgH="380880" progId="Equation.DSMT4">
                    <p:embed/>
                  </p:oleObj>
                </mc:Choice>
                <mc:Fallback>
                  <p:oleObj name="Equation" r:id="rId17" imgW="317160" imgH="380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7541774" y="5299269"/>
                          <a:ext cx="317500" cy="381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75007084"/>
                </p:ext>
              </p:extLst>
            </p:nvPr>
          </p:nvGraphicFramePr>
          <p:xfrm>
            <a:off x="9976436" y="3870677"/>
            <a:ext cx="304800" cy="371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21" name="Equation" r:id="rId19" imgW="304698" imgH="371475" progId="Equation.DSMT4">
                    <p:embed/>
                  </p:oleObj>
                </mc:Choice>
                <mc:Fallback>
                  <p:oleObj name="Equation" r:id="rId19" imgW="304698" imgH="37147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976436" y="3870677"/>
                          <a:ext cx="304800" cy="3714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0686612"/>
                </p:ext>
              </p:extLst>
            </p:nvPr>
          </p:nvGraphicFramePr>
          <p:xfrm>
            <a:off x="8299450" y="1614488"/>
            <a:ext cx="2667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22" name="Equation" r:id="rId21" imgW="266400" imgH="330120" progId="Equation.DSMT4">
                    <p:embed/>
                  </p:oleObj>
                </mc:Choice>
                <mc:Fallback>
                  <p:oleObj name="Equation" r:id="rId21" imgW="26640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299450" y="1614488"/>
                          <a:ext cx="2667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4481776"/>
                </p:ext>
              </p:extLst>
            </p:nvPr>
          </p:nvGraphicFramePr>
          <p:xfrm>
            <a:off x="10967102" y="1133322"/>
            <a:ext cx="257175" cy="314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8823" name="Equation" r:id="rId23" imgW="257319" imgH="314325" progId="Equation.DSMT4">
                    <p:embed/>
                  </p:oleObj>
                </mc:Choice>
                <mc:Fallback>
                  <p:oleObj name="Equation" r:id="rId23" imgW="257319" imgH="314325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967102" y="1133322"/>
                          <a:ext cx="257175" cy="3143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ontrols>
      <mc:AlternateContent xmlns:mc="http://schemas.openxmlformats.org/markup-compatibility/2006">
        <mc:Choice xmlns:v="urn:schemas-microsoft-com:vml" Requires="v">
          <p:control spid="378824" name="ShockwaveFlash2" r:id="rId2" imgW="3849840" imgH="5560920"/>
        </mc:Choice>
        <mc:Fallback>
          <p:control name="ShockwaveFlash2" r:id="rId2" imgW="3849840" imgH="5560920">
            <p:pic>
              <p:nvPicPr>
                <p:cNvPr id="21" name="ShockwaveFlash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5"/>
                <a:srcRect/>
                <a:stretch>
                  <a:fillRect/>
                </a:stretch>
              </p:blipFill>
              <p:spPr bwMode="auto">
                <a:xfrm>
                  <a:off x="7249036" y="955943"/>
                  <a:ext cx="3848704" cy="5560917"/>
                </a:xfrm>
                <a:prstGeom prst="rect">
                  <a:avLst/>
                </a:prstGeom>
                <a:noFill/>
                <a:ln/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169915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366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3668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9370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轨道的相互作用</a:t>
            </a:r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865188" y="2136776"/>
            <a:ext cx="5541963" cy="736600"/>
            <a:chOff x="0" y="468"/>
            <a:chExt cx="3491" cy="464"/>
          </a:xfrm>
        </p:grpSpPr>
        <p:sp>
          <p:nvSpPr>
            <p:cNvPr id="113674" name="Rectangle 5"/>
            <p:cNvSpPr>
              <a:spLocks noChangeArrowheads="1"/>
            </p:cNvSpPr>
            <p:nvPr/>
          </p:nvSpPr>
          <p:spPr bwMode="auto">
            <a:xfrm>
              <a:off x="0" y="574"/>
              <a:ext cx="271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电子由于自旋运动而具有自旋磁矩：</a:t>
              </a:r>
            </a:p>
          </p:txBody>
        </p:sp>
        <p:graphicFrame>
          <p:nvGraphicFramePr>
            <p:cNvPr id="113675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6408322"/>
                </p:ext>
              </p:extLst>
            </p:nvPr>
          </p:nvGraphicFramePr>
          <p:xfrm>
            <a:off x="2595" y="468"/>
            <a:ext cx="896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5160" name="Equation" r:id="rId4" imgW="1422360" imgH="736560" progId="Equation.DSMT4">
                    <p:embed/>
                  </p:oleObj>
                </mc:Choice>
                <mc:Fallback>
                  <p:oleObj name="Equation" r:id="rId4" imgW="1422360" imgH="73656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5" y="468"/>
                          <a:ext cx="896" cy="4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865188" y="3021013"/>
            <a:ext cx="457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具有磁矩的物体在外磁场中具有磁能：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935200"/>
              </p:ext>
            </p:extLst>
          </p:nvPr>
        </p:nvGraphicFramePr>
        <p:xfrm>
          <a:off x="2000250" y="3622675"/>
          <a:ext cx="3770313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161" name="Equation" r:id="rId6" imgW="1701800" imgH="254000" progId="Equation.DSMT4">
                  <p:embed/>
                </p:oleObj>
              </mc:Choice>
              <mc:Fallback>
                <p:oleObj name="Equation" r:id="rId6" imgW="1701800" imgH="25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3622675"/>
                        <a:ext cx="3770313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46113" y="4387850"/>
            <a:ext cx="6561137" cy="1477963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电子绕原子实的轨道运动等效成一个电流，也可看成原子实绕电子运动，在电子处产生一个磁场，电子的自旋磁矩在这个磁场中将具有势能</a:t>
            </a:r>
            <a:r>
              <a:rPr lang="en-US" altLang="zh-CN" sz="2000" b="1" kern="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U</a:t>
            </a:r>
            <a:r>
              <a:rPr lang="zh-CN" altLang="en-US" sz="2000" b="1" kern="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75162" name="ShockwaveFlash3" r:id="rId2" imgW="4465800" imgH="4464000"/>
        </mc:Choice>
        <mc:Fallback>
          <p:control name="ShockwaveFlash3" r:id="rId2" imgW="4465800" imgH="4464000">
            <p:pic>
              <p:nvPicPr>
                <p:cNvPr id="113673" name="ShockwaveFlash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7375525" y="1503363"/>
                  <a:ext cx="4465638" cy="4464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>
                      <a:noFill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469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4692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9370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轨道的相互作用</a:t>
            </a:r>
          </a:p>
        </p:txBody>
      </p:sp>
      <p:grpSp>
        <p:nvGrpSpPr>
          <p:cNvPr id="10" name="Group 4"/>
          <p:cNvGrpSpPr>
            <a:grpSpLocks/>
          </p:cNvGrpSpPr>
          <p:nvPr/>
        </p:nvGrpSpPr>
        <p:grpSpPr bwMode="auto">
          <a:xfrm>
            <a:off x="865188" y="2111375"/>
            <a:ext cx="4725988" cy="774700"/>
            <a:chOff x="0" y="452"/>
            <a:chExt cx="2977" cy="488"/>
          </a:xfrm>
        </p:grpSpPr>
        <p:sp>
          <p:nvSpPr>
            <p:cNvPr id="114699" name="Rectangle 5"/>
            <p:cNvSpPr>
              <a:spLocks noChangeArrowheads="1"/>
            </p:cNvSpPr>
            <p:nvPr/>
          </p:nvSpPr>
          <p:spPr bwMode="auto">
            <a:xfrm>
              <a:off x="0" y="574"/>
              <a:ext cx="223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原子实在电子处产生的电流：</a:t>
              </a:r>
            </a:p>
          </p:txBody>
        </p:sp>
        <p:graphicFrame>
          <p:nvGraphicFramePr>
            <p:cNvPr id="114700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7225943"/>
                </p:ext>
              </p:extLst>
            </p:nvPr>
          </p:nvGraphicFramePr>
          <p:xfrm>
            <a:off x="2273" y="452"/>
            <a:ext cx="704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1217" name="Equation" r:id="rId4" imgW="1117440" imgH="774360" progId="Equation.DSMT4">
                    <p:embed/>
                  </p:oleObj>
                </mc:Choice>
                <mc:Fallback>
                  <p:oleObj name="Equation" r:id="rId4" imgW="1117440" imgH="77436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" y="452"/>
                          <a:ext cx="704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865188" y="2911475"/>
            <a:ext cx="3540125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在电子处产生的磁感应强度：</a:t>
            </a:r>
          </a:p>
        </p:txBody>
      </p:sp>
      <p:graphicFrame>
        <p:nvGraphicFramePr>
          <p:cNvPr id="1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801436"/>
              </p:ext>
            </p:extLst>
          </p:nvPr>
        </p:nvGraphicFramePr>
        <p:xfrm>
          <a:off x="1316841" y="3519487"/>
          <a:ext cx="3111480" cy="85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8" name="Equation" r:id="rId6" imgW="3111480" imgH="850680" progId="Equation.DSMT4">
                  <p:embed/>
                </p:oleObj>
              </mc:Choice>
              <mc:Fallback>
                <p:oleObj name="Equation" r:id="rId6" imgW="3111480" imgH="8506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841" y="3519487"/>
                        <a:ext cx="3111480" cy="85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973138" y="4427538"/>
            <a:ext cx="1763712" cy="505331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b="1" kern="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写成矢量形式</a:t>
            </a: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6058520"/>
              </p:ext>
            </p:extLst>
          </p:nvPr>
        </p:nvGraphicFramePr>
        <p:xfrm>
          <a:off x="917575" y="4932363"/>
          <a:ext cx="3910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19" name="Equation" r:id="rId8" imgW="3911400" imgH="850680" progId="Equation.DSMT4">
                  <p:embed/>
                </p:oleObj>
              </mc:Choice>
              <mc:Fallback>
                <p:oleObj name="Equation" r:id="rId8" imgW="3911400" imgH="8506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4932363"/>
                        <a:ext cx="3910013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ontrols>
      <mc:AlternateContent xmlns:mc="http://schemas.openxmlformats.org/markup-compatibility/2006">
        <mc:Choice xmlns:v="urn:schemas-microsoft-com:vml" Requires="v">
          <p:control spid="381220" name="ShockwaveFlash3" r:id="rId2" imgW="4465800" imgH="4464000"/>
        </mc:Choice>
        <mc:Fallback>
          <p:control name="ShockwaveFlash3" r:id="rId2" imgW="4465800" imgH="4464000">
            <p:pic>
              <p:nvPicPr>
                <p:cNvPr id="114698" name="ShockwaveFlash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10"/>
                <a:srcRect/>
                <a:stretch>
                  <a:fillRect/>
                </a:stretch>
              </p:blipFill>
              <p:spPr bwMode="auto">
                <a:xfrm>
                  <a:off x="7043738" y="1503363"/>
                  <a:ext cx="4465637" cy="44640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>
                      <a:noFill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571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5716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9370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轨道的相互作用</a:t>
            </a: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1065213" y="2363758"/>
            <a:ext cx="79961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将其变换至原子实坐标，并考虑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相对论效应，乘以因子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作为修正：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4136551"/>
              </p:ext>
            </p:extLst>
          </p:nvPr>
        </p:nvGraphicFramePr>
        <p:xfrm>
          <a:off x="1643210" y="3020579"/>
          <a:ext cx="2159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02" name="Equation" r:id="rId3" imgW="2158920" imgH="850680" progId="Equation.DSMT4">
                  <p:embed/>
                </p:oleObj>
              </mc:Choice>
              <mc:Fallback>
                <p:oleObj name="Equation" r:id="rId3" imgW="2158920" imgH="85068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3210" y="3020579"/>
                        <a:ext cx="2159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8660812"/>
              </p:ext>
            </p:extLst>
          </p:nvPr>
        </p:nvGraphicFramePr>
        <p:xfrm>
          <a:off x="1298575" y="4636189"/>
          <a:ext cx="4706937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03" name="Equation" r:id="rId5" imgW="2120760" imgH="457200" progId="Equation.DSMT4">
                  <p:embed/>
                </p:oleObj>
              </mc:Choice>
              <mc:Fallback>
                <p:oleObj name="Equation" r:id="rId5" imgW="212076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4636189"/>
                        <a:ext cx="4706937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7"/>
          <p:cNvSpPr>
            <a:spLocks noChangeArrowheads="1"/>
          </p:cNvSpPr>
          <p:nvPr/>
        </p:nvSpPr>
        <p:spPr bwMode="auto">
          <a:xfrm>
            <a:off x="6709793" y="4945722"/>
            <a:ext cx="469872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轨道耦合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(Spin-Orbit interaction)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985478"/>
              </p:ext>
            </p:extLst>
          </p:nvPr>
        </p:nvGraphicFramePr>
        <p:xfrm>
          <a:off x="5161186" y="2948274"/>
          <a:ext cx="1719263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5204" name="Equation" r:id="rId7" imgW="774360" imgH="444240" progId="Equation.DSMT4">
                  <p:embed/>
                </p:oleObj>
              </mc:Choice>
              <mc:Fallback>
                <p:oleObj name="Equation" r:id="rId7" imgW="77436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1186" y="2948274"/>
                        <a:ext cx="1719263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177356" y="4128190"/>
            <a:ext cx="45720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该磁场与电子自旋磁矩的相互作用能：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1177356" y="5678531"/>
            <a:ext cx="8089192" cy="82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在量子力学中，应把△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El, s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看作算符，添加到原来的哈密顿算符当中，因此，应对上式求相应的平均值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  <p:bldP spid="20" grpId="0" autoUpdateAnimBg="0"/>
      <p:bldP spid="22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673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6740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9370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轨道的相互作用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716244"/>
              </p:ext>
            </p:extLst>
          </p:nvPr>
        </p:nvGraphicFramePr>
        <p:xfrm>
          <a:off x="1200150" y="4411437"/>
          <a:ext cx="7920038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28" name="Equation" r:id="rId3" imgW="3568700" imgH="647700" progId="Equation.DSMT4">
                  <p:embed/>
                </p:oleObj>
              </mc:Choice>
              <mc:Fallback>
                <p:oleObj name="Equation" r:id="rId3" imgW="3568700" imgH="647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0150" y="4411437"/>
                        <a:ext cx="7920038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9672233"/>
              </p:ext>
            </p:extLst>
          </p:nvPr>
        </p:nvGraphicFramePr>
        <p:xfrm>
          <a:off x="1552575" y="5702074"/>
          <a:ext cx="7412038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29" name="Equation" r:id="rId5" imgW="3340100" imgH="457200" progId="Equation.DSMT4">
                  <p:embed/>
                </p:oleObj>
              </mc:Choice>
              <mc:Fallback>
                <p:oleObj name="Equation" r:id="rId5" imgW="33401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2575" y="5702074"/>
                        <a:ext cx="7412038" cy="101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243144"/>
              </p:ext>
            </p:extLst>
          </p:nvPr>
        </p:nvGraphicFramePr>
        <p:xfrm>
          <a:off x="8374063" y="3312827"/>
          <a:ext cx="3111500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30" name="Equation" r:id="rId7" imgW="3111480" imgH="1168200" progId="Equation.DSMT4">
                  <p:embed/>
                </p:oleObj>
              </mc:Choice>
              <mc:Fallback>
                <p:oleObj name="Equation" r:id="rId7" imgW="3111480" imgH="1168200" progId="Equation.DSMT4">
                  <p:embed/>
                  <p:pic>
                    <p:nvPicPr>
                      <p:cNvPr id="2048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4063" y="3312827"/>
                        <a:ext cx="3111500" cy="1168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3094749"/>
              </p:ext>
            </p:extLst>
          </p:nvPr>
        </p:nvGraphicFramePr>
        <p:xfrm>
          <a:off x="1298575" y="2362261"/>
          <a:ext cx="46958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31" name="Equation" r:id="rId9" imgW="4695860" imgH="1009514" progId="Equation.DSMT4">
                  <p:embed/>
                </p:oleObj>
              </mc:Choice>
              <mc:Fallback>
                <p:oleObj name="Equation" r:id="rId9" imgW="4695860" imgH="10095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298575" y="2362261"/>
                        <a:ext cx="4695825" cy="1009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555001"/>
              </p:ext>
            </p:extLst>
          </p:nvPr>
        </p:nvGraphicFramePr>
        <p:xfrm>
          <a:off x="1431925" y="3479800"/>
          <a:ext cx="6057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32" name="Equation" r:id="rId11" imgW="6057720" imgH="736560" progId="Equation.DSMT4">
                  <p:embed/>
                </p:oleObj>
              </mc:Choice>
              <mc:Fallback>
                <p:oleObj name="Equation" r:id="rId11" imgW="6057720" imgH="736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31925" y="3479800"/>
                        <a:ext cx="60579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6" y="1284288"/>
            <a:ext cx="3136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434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碱金属能级分裂和光谱的精细结构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145802"/>
              </p:ext>
            </p:extLst>
          </p:nvPr>
        </p:nvGraphicFramePr>
        <p:xfrm>
          <a:off x="1722811" y="4859279"/>
          <a:ext cx="859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17" name="Equation" r:id="rId3" imgW="8597880" imgH="914400" progId="Equation.DSMT4">
                  <p:embed/>
                </p:oleObj>
              </mc:Choice>
              <mc:Fallback>
                <p:oleObj name="Equation" r:id="rId3" imgW="8597880" imgH="914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811" y="4859279"/>
                        <a:ext cx="8597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464175" y="2394097"/>
            <a:ext cx="316464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考虑自旋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轨道相互作用：</a:t>
            </a: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9592561"/>
              </p:ext>
            </p:extLst>
          </p:nvPr>
        </p:nvGraphicFramePr>
        <p:xfrm>
          <a:off x="2867026" y="2176549"/>
          <a:ext cx="1738630" cy="775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18" name="Equation" r:id="rId5" imgW="939800" imgH="419100" progId="Equation.DSMT4">
                  <p:embed/>
                </p:oleObj>
              </mc:Choice>
              <mc:Fallback>
                <p:oleObj name="Equation" r:id="rId5" imgW="9398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6" y="2176549"/>
                        <a:ext cx="1738630" cy="775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190625" y="2391833"/>
            <a:ext cx="173196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碱金属能级：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616049" y="3959286"/>
            <a:ext cx="1136332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当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确定后，能级确定。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E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仅取决于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，且为两个值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+1/2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-1/2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，意味着原来一个能级分裂为两个子能级，称为双重能级。</a:t>
            </a:r>
          </a:p>
        </p:txBody>
      </p:sp>
      <p:graphicFrame>
        <p:nvGraphicFramePr>
          <p:cNvPr id="1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238770"/>
              </p:ext>
            </p:extLst>
          </p:nvPr>
        </p:nvGraphicFramePr>
        <p:xfrm>
          <a:off x="1102519" y="5773679"/>
          <a:ext cx="2895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19" name="Equation" r:id="rId7" imgW="2895480" imgH="876240" progId="Equation.DSMT4">
                  <p:embed/>
                </p:oleObj>
              </mc:Choice>
              <mc:Fallback>
                <p:oleObj name="Equation" r:id="rId7" imgW="2895480" imgH="876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2519" y="5773679"/>
                        <a:ext cx="28956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7"/>
          <p:cNvSpPr>
            <a:spLocks noChangeArrowheads="1"/>
          </p:cNvSpPr>
          <p:nvPr/>
        </p:nvSpPr>
        <p:spPr bwMode="auto">
          <a:xfrm>
            <a:off x="4435475" y="6082356"/>
            <a:ext cx="2020888" cy="501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双重能级能隙：</a:t>
            </a:r>
          </a:p>
        </p:txBody>
      </p:sp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782186"/>
              </p:ext>
            </p:extLst>
          </p:nvPr>
        </p:nvGraphicFramePr>
        <p:xfrm>
          <a:off x="6527458" y="5894755"/>
          <a:ext cx="21209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20" name="Equation" r:id="rId9" imgW="2120760" imgH="876240" progId="Equation.DSMT4">
                  <p:embed/>
                </p:oleObj>
              </mc:Choice>
              <mc:Fallback>
                <p:oleObj name="Equation" r:id="rId9" imgW="2120760" imgH="876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458" y="5894755"/>
                        <a:ext cx="212090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4120944"/>
              </p:ext>
            </p:extLst>
          </p:nvPr>
        </p:nvGraphicFramePr>
        <p:xfrm>
          <a:off x="9336571" y="5837295"/>
          <a:ext cx="2222280" cy="95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21" name="Equation" r:id="rId11" imgW="2222280" imgH="952200" progId="Equation.DSMT4">
                  <p:embed/>
                </p:oleObj>
              </mc:Choice>
              <mc:Fallback>
                <p:oleObj name="Equation" r:id="rId11" imgW="2222280" imgH="952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6571" y="5837295"/>
                        <a:ext cx="2222280" cy="95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3886218"/>
              </p:ext>
            </p:extLst>
          </p:nvPr>
        </p:nvGraphicFramePr>
        <p:xfrm>
          <a:off x="1595811" y="2984636"/>
          <a:ext cx="88519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422" name="Equation" r:id="rId13" imgW="8851680" imgH="1130040" progId="Equation.DSMT4">
                  <p:embed/>
                </p:oleObj>
              </mc:Choice>
              <mc:Fallback>
                <p:oleObj name="Equation" r:id="rId13" imgW="8851680" imgH="1130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95811" y="2984636"/>
                        <a:ext cx="8851900" cy="1130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10" grpId="0" autoUpdateAnimBg="0"/>
      <p:bldP spid="13" grpId="0" autoUpdateAnimBg="0"/>
      <p:bldP spid="15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4343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碱金属能级分裂和光谱的精细结构</a:t>
            </a:r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315781"/>
              </p:ext>
            </p:extLst>
          </p:nvPr>
        </p:nvGraphicFramePr>
        <p:xfrm>
          <a:off x="1298575" y="2489303"/>
          <a:ext cx="4254501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13" name="Equation" r:id="rId4" imgW="4254480" imgH="914400" progId="Equation.DSMT4">
                  <p:embed/>
                </p:oleObj>
              </mc:Choice>
              <mc:Fallback>
                <p:oleObj name="Equation" r:id="rId4" imgW="4254480" imgH="914400" progId="Equation.DSMT4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489303"/>
                        <a:ext cx="4254501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602809"/>
              </p:ext>
            </p:extLst>
          </p:nvPr>
        </p:nvGraphicFramePr>
        <p:xfrm>
          <a:off x="6172667" y="2518364"/>
          <a:ext cx="21336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814" name="Equation" r:id="rId6" imgW="2133360" imgH="876240" progId="Equation.DSMT4">
                  <p:embed/>
                </p:oleObj>
              </mc:Choice>
              <mc:Fallback>
                <p:oleObj name="Equation" r:id="rId6" imgW="21333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172667" y="2518364"/>
                        <a:ext cx="21336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/>
          <p:nvPr/>
        </p:nvGrpSpPr>
        <p:grpSpPr>
          <a:xfrm>
            <a:off x="8206302" y="5079748"/>
            <a:ext cx="3537369" cy="1603345"/>
            <a:chOff x="7533949" y="4503554"/>
            <a:chExt cx="3537369" cy="1603345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7533949" y="5509778"/>
              <a:ext cx="135455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组合 4"/>
            <p:cNvGrpSpPr/>
            <p:nvPr/>
          </p:nvGrpSpPr>
          <p:grpSpPr>
            <a:xfrm>
              <a:off x="9716761" y="4912658"/>
              <a:ext cx="1354557" cy="1194241"/>
              <a:chOff x="9716761" y="4912658"/>
              <a:chExt cx="1354557" cy="1194241"/>
            </a:xfrm>
          </p:grpSpPr>
          <p:cxnSp>
            <p:nvCxnSpPr>
              <p:cNvPr id="19" name="直接连接符 18"/>
              <p:cNvCxnSpPr/>
              <p:nvPr/>
            </p:nvCxnSpPr>
            <p:spPr>
              <a:xfrm>
                <a:off x="9716761" y="4912658"/>
                <a:ext cx="1354557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/>
              <p:cNvCxnSpPr/>
              <p:nvPr/>
            </p:nvCxnSpPr>
            <p:spPr>
              <a:xfrm>
                <a:off x="9716761" y="6106899"/>
                <a:ext cx="1354557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" name="直接连接符 21"/>
            <p:cNvCxnSpPr/>
            <p:nvPr/>
          </p:nvCxnSpPr>
          <p:spPr>
            <a:xfrm flipV="1">
              <a:off x="8888506" y="4912658"/>
              <a:ext cx="828255" cy="59712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8888506" y="5509778"/>
              <a:ext cx="828255" cy="597121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3"/>
            <p:cNvSpPr/>
            <p:nvPr/>
          </p:nvSpPr>
          <p:spPr>
            <a:xfrm>
              <a:off x="7885497" y="5072732"/>
              <a:ext cx="44114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2P</a:t>
              </a:r>
              <a:endParaRPr lang="zh-CN" altLang="en-US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0150149" y="4503554"/>
              <a:ext cx="7152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baseline="30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P</a:t>
              </a:r>
              <a:r>
                <a:rPr lang="en-US" altLang="zh-CN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3/2</a:t>
              </a:r>
              <a:endParaRPr lang="zh-CN" altLang="en-US" dirty="0"/>
            </a:p>
          </p:txBody>
        </p:sp>
        <p:sp>
          <p:nvSpPr>
            <p:cNvPr id="30" name="矩形 29"/>
            <p:cNvSpPr/>
            <p:nvPr/>
          </p:nvSpPr>
          <p:spPr>
            <a:xfrm>
              <a:off x="10150149" y="5709309"/>
              <a:ext cx="7152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baseline="30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P</a:t>
              </a:r>
              <a:r>
                <a:rPr lang="en-US" altLang="zh-CN" b="1" baseline="-25000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</a:t>
              </a:r>
              <a:r>
                <a:rPr lang="en-US" altLang="zh-CN" b="1" baseline="-25000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/2</a:t>
              </a:r>
              <a:endParaRPr lang="zh-CN" altLang="en-US" dirty="0"/>
            </a:p>
          </p:txBody>
        </p:sp>
      </p:grpSp>
      <p:sp>
        <p:nvSpPr>
          <p:cNvPr id="31" name="文本框 3"/>
          <p:cNvSpPr txBox="1">
            <a:spLocks noChangeArrowheads="1"/>
          </p:cNvSpPr>
          <p:nvPr/>
        </p:nvSpPr>
        <p:spPr bwMode="auto">
          <a:xfrm>
            <a:off x="865188" y="3708483"/>
            <a:ext cx="3570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碱金属能级精细结构的特点</a:t>
            </a:r>
          </a:p>
        </p:txBody>
      </p:sp>
      <p:sp>
        <p:nvSpPr>
          <p:cNvPr id="39" name="Rectangle 7"/>
          <p:cNvSpPr>
            <a:spLocks noChangeArrowheads="1"/>
          </p:cNvSpPr>
          <p:nvPr/>
        </p:nvSpPr>
        <p:spPr bwMode="auto">
          <a:xfrm>
            <a:off x="865188" y="4190590"/>
            <a:ext cx="421397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ct val="0"/>
              </a:spcBef>
              <a:buClr>
                <a:srgbClr val="41B0B9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能隙随原子序数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增大而增大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1" name="Rectangle 7"/>
          <p:cNvSpPr>
            <a:spLocks noChangeArrowheads="1"/>
          </p:cNvSpPr>
          <p:nvPr/>
        </p:nvSpPr>
        <p:spPr bwMode="auto">
          <a:xfrm>
            <a:off x="865188" y="4796311"/>
            <a:ext cx="657103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41B0B9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能级不存在精细结构，但仍保留多重度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的写法</a:t>
            </a:r>
            <a:endParaRPr lang="zh-CN" altLang="en-US" dirty="0"/>
          </a:p>
        </p:txBody>
      </p:sp>
      <p:sp>
        <p:nvSpPr>
          <p:cNvPr id="42" name="Rectangle 7"/>
          <p:cNvSpPr>
            <a:spLocks noChangeArrowheads="1"/>
          </p:cNvSpPr>
          <p:nvPr/>
        </p:nvSpPr>
        <p:spPr bwMode="auto">
          <a:xfrm>
            <a:off x="884551" y="5248144"/>
            <a:ext cx="867630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41B0B9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对同一原子，随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增大，双层能级能隙迅速减小，精细谱线迅速靠近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3" name="Rectangle 7"/>
          <p:cNvSpPr>
            <a:spLocks noChangeArrowheads="1"/>
          </p:cNvSpPr>
          <p:nvPr/>
        </p:nvSpPr>
        <p:spPr bwMode="auto">
          <a:xfrm>
            <a:off x="870434" y="5699977"/>
            <a:ext cx="557070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41B0B9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双重能级中，具有较高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值的能级，能量较高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4" name="Rectangle 7"/>
          <p:cNvSpPr>
            <a:spLocks noChangeArrowheads="1"/>
          </p:cNvSpPr>
          <p:nvPr/>
        </p:nvSpPr>
        <p:spPr bwMode="auto">
          <a:xfrm>
            <a:off x="870434" y="6151809"/>
            <a:ext cx="478959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342900" indent="-342900">
              <a:buClr>
                <a:srgbClr val="41B0B9"/>
              </a:buClr>
              <a:buSzPct val="100000"/>
              <a:buFont typeface="Wingdings" panose="05000000000000000000" pitchFamily="2" charset="2"/>
              <a:buChar char="Ø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能级跃迁遵从∆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=±1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∆</a:t>
            </a:r>
            <a:r>
              <a:rPr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j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=0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±1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250815" name="ShockwaveFlash3" r:id="rId2" imgW="2808360" imgH="2879640"/>
        </mc:Choice>
        <mc:Fallback>
          <p:control name="ShockwaveFlash3" r:id="rId2" imgW="2808360" imgH="2879640">
            <p:pic>
              <p:nvPicPr>
                <p:cNvPr id="18" name="ShockwaveFlash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8"/>
                <a:srcRect/>
                <a:stretch>
                  <a:fillRect/>
                </a:stretch>
              </p:blipFill>
              <p:spPr bwMode="auto">
                <a:xfrm>
                  <a:off x="8746005" y="1144354"/>
                  <a:ext cx="2808288" cy="2879725"/>
                </a:xfrm>
                <a:prstGeom prst="rect">
                  <a:avLst/>
                </a:prstGeom>
                <a:noFill/>
                <a:ln/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26928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31" grpId="0"/>
      <p:bldP spid="39" grpId="0" autoUpdateAnimBg="0"/>
      <p:bldP spid="41" grpId="0" autoUpdateAnimBg="0"/>
      <p:bldP spid="42" grpId="0" autoUpdateAnimBg="0"/>
      <p:bldP spid="43" grpId="0" autoUpdateAnimBg="0"/>
      <p:bldP spid="4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5378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碱金属原子态符号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6025762"/>
              </p:ext>
            </p:extLst>
          </p:nvPr>
        </p:nvGraphicFramePr>
        <p:xfrm>
          <a:off x="2134125" y="2278970"/>
          <a:ext cx="3581280" cy="401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7550" name="Equation" r:id="rId3" imgW="3581280" imgH="4012920" progId="Equation.DSMT4">
                  <p:embed/>
                </p:oleObj>
              </mc:Choice>
              <mc:Fallback>
                <p:oleObj name="Equation" r:id="rId3" imgW="3581280" imgH="4012920" progId="Equation.DSMT4">
                  <p:embed/>
                  <p:pic>
                    <p:nvPicPr>
                      <p:cNvPr id="235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4125" y="2278970"/>
                        <a:ext cx="3581280" cy="40129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17"/>
          <p:cNvSpPr>
            <a:spLocks noChangeArrowheads="1"/>
          </p:cNvSpPr>
          <p:nvPr/>
        </p:nvSpPr>
        <p:spPr bwMode="auto">
          <a:xfrm>
            <a:off x="1271656" y="2278970"/>
            <a:ext cx="5325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rgbClr val="000000"/>
                </a:solidFill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800" b="1" dirty="0"/>
          </a:p>
        </p:txBody>
      </p:sp>
      <p:grpSp>
        <p:nvGrpSpPr>
          <p:cNvPr id="84" name="组合 83"/>
          <p:cNvGrpSpPr/>
          <p:nvPr/>
        </p:nvGrpSpPr>
        <p:grpSpPr>
          <a:xfrm>
            <a:off x="6730974" y="1352550"/>
            <a:ext cx="4399176" cy="4493638"/>
            <a:chOff x="7832633" y="2043063"/>
            <a:chExt cx="3729317" cy="3809395"/>
          </a:xfrm>
        </p:grpSpPr>
        <p:cxnSp>
          <p:nvCxnSpPr>
            <p:cNvPr id="53" name="直接连接符 52"/>
            <p:cNvCxnSpPr/>
            <p:nvPr/>
          </p:nvCxnSpPr>
          <p:spPr>
            <a:xfrm>
              <a:off x="7832633" y="2713148"/>
              <a:ext cx="1317812" cy="0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>
              <a:off x="7832633" y="3889187"/>
              <a:ext cx="1317812" cy="0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7832633" y="5852458"/>
              <a:ext cx="131781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10244138" y="5852458"/>
              <a:ext cx="1317812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组合 16"/>
            <p:cNvGrpSpPr/>
            <p:nvPr/>
          </p:nvGrpSpPr>
          <p:grpSpPr>
            <a:xfrm>
              <a:off x="10244138" y="2485295"/>
              <a:ext cx="1317812" cy="455707"/>
              <a:chOff x="9148481" y="2307495"/>
              <a:chExt cx="1317812" cy="455707"/>
            </a:xfrm>
          </p:grpSpPr>
          <p:cxnSp>
            <p:nvCxnSpPr>
              <p:cNvPr id="57" name="直接连接符 56"/>
              <p:cNvCxnSpPr/>
              <p:nvPr/>
            </p:nvCxnSpPr>
            <p:spPr>
              <a:xfrm>
                <a:off x="9148481" y="2307495"/>
                <a:ext cx="1317812" cy="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>
                <a:off x="9148481" y="2763202"/>
                <a:ext cx="1317812" cy="0"/>
              </a:xfrm>
              <a:prstGeom prst="line">
                <a:avLst/>
              </a:prstGeom>
              <a:ln w="28575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/>
            <p:cNvGrpSpPr/>
            <p:nvPr/>
          </p:nvGrpSpPr>
          <p:grpSpPr>
            <a:xfrm>
              <a:off x="10244138" y="3494740"/>
              <a:ext cx="1317812" cy="788894"/>
              <a:chOff x="9148481" y="3316940"/>
              <a:chExt cx="1317812" cy="788894"/>
            </a:xfrm>
          </p:grpSpPr>
          <p:cxnSp>
            <p:nvCxnSpPr>
              <p:cNvPr id="58" name="直接连接符 57"/>
              <p:cNvCxnSpPr/>
              <p:nvPr/>
            </p:nvCxnSpPr>
            <p:spPr>
              <a:xfrm>
                <a:off x="9148481" y="3316940"/>
                <a:ext cx="1317812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>
                <a:off x="9148481" y="4105834"/>
                <a:ext cx="1317812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4" name="直接连接符 63"/>
            <p:cNvCxnSpPr/>
            <p:nvPr/>
          </p:nvCxnSpPr>
          <p:spPr>
            <a:xfrm flipV="1">
              <a:off x="9150445" y="2493681"/>
              <a:ext cx="1093693" cy="21946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9150445" y="2713148"/>
              <a:ext cx="1093693" cy="219467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/>
            <p:nvPr/>
          </p:nvCxnSpPr>
          <p:spPr>
            <a:xfrm flipV="1">
              <a:off x="9150445" y="3486355"/>
              <a:ext cx="1093693" cy="402831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9150445" y="3889186"/>
              <a:ext cx="1093693" cy="392785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/>
          </p:nvCxnSpPr>
          <p:spPr>
            <a:xfrm>
              <a:off x="9150445" y="5850794"/>
              <a:ext cx="1093693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6" name="对象 7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7263560"/>
                </p:ext>
              </p:extLst>
            </p:nvPr>
          </p:nvGraphicFramePr>
          <p:xfrm>
            <a:off x="8350778" y="5482858"/>
            <a:ext cx="355284" cy="2799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1" name="Equation" r:id="rId5" imgW="355320" imgH="279360" progId="Equation.DSMT4">
                    <p:embed/>
                  </p:oleObj>
                </mc:Choice>
                <mc:Fallback>
                  <p:oleObj name="Equation" r:id="rId5" imgW="35532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8350778" y="5482858"/>
                          <a:ext cx="355284" cy="2799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" name="对象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58516148"/>
                </p:ext>
              </p:extLst>
            </p:nvPr>
          </p:nvGraphicFramePr>
          <p:xfrm>
            <a:off x="10540350" y="5383270"/>
            <a:ext cx="724026" cy="45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2" name="Equation" r:id="rId7" imgW="723600" imgH="457200" progId="Equation.DSMT4">
                    <p:embed/>
                  </p:oleObj>
                </mc:Choice>
                <mc:Fallback>
                  <p:oleObj name="Equation" r:id="rId7" imgW="72360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540350" y="5383270"/>
                          <a:ext cx="724026" cy="457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对象 7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60597892"/>
                </p:ext>
              </p:extLst>
            </p:nvPr>
          </p:nvGraphicFramePr>
          <p:xfrm>
            <a:off x="8337320" y="3520721"/>
            <a:ext cx="380853" cy="2799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3" name="Equation" r:id="rId9" imgW="380880" imgH="279360" progId="Equation.DSMT4">
                    <p:embed/>
                  </p:oleObj>
                </mc:Choice>
                <mc:Fallback>
                  <p:oleObj name="Equation" r:id="rId9" imgW="3808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8337320" y="3520721"/>
                          <a:ext cx="380853" cy="2799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对象 7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452343"/>
                </p:ext>
              </p:extLst>
            </p:nvPr>
          </p:nvGraphicFramePr>
          <p:xfrm>
            <a:off x="10558463" y="3038475"/>
            <a:ext cx="736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4" name="Equation" r:id="rId11" imgW="736560" imgH="457200" progId="Equation.DSMT4">
                    <p:embed/>
                  </p:oleObj>
                </mc:Choice>
                <mc:Fallback>
                  <p:oleObj name="Equation" r:id="rId11" imgW="73656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558463" y="3038475"/>
                          <a:ext cx="736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2817182"/>
                </p:ext>
              </p:extLst>
            </p:nvPr>
          </p:nvGraphicFramePr>
          <p:xfrm>
            <a:off x="10569957" y="3831595"/>
            <a:ext cx="711914" cy="457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5" name="Equation" r:id="rId13" imgW="711000" imgH="457200" progId="Equation.DSMT4">
                    <p:embed/>
                  </p:oleObj>
                </mc:Choice>
                <mc:Fallback>
                  <p:oleObj name="Equation" r:id="rId13" imgW="71100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569957" y="3831595"/>
                          <a:ext cx="711914" cy="4575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" name="对象 8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6272256"/>
                </p:ext>
              </p:extLst>
            </p:nvPr>
          </p:nvGraphicFramePr>
          <p:xfrm>
            <a:off x="10477594" y="2043063"/>
            <a:ext cx="8001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6" name="Equation" r:id="rId15" imgW="799920" imgH="457200" progId="Equation.DSMT4">
                    <p:embed/>
                  </p:oleObj>
                </mc:Choice>
                <mc:Fallback>
                  <p:oleObj name="Equation" r:id="rId15" imgW="79992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0477594" y="2043063"/>
                          <a:ext cx="8001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对象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6505538"/>
                </p:ext>
              </p:extLst>
            </p:nvPr>
          </p:nvGraphicFramePr>
          <p:xfrm>
            <a:off x="10482545" y="2501900"/>
            <a:ext cx="8001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7" name="Equation" r:id="rId17" imgW="799920" imgH="457200" progId="Equation.DSMT4">
                    <p:embed/>
                  </p:oleObj>
                </mc:Choice>
                <mc:Fallback>
                  <p:oleObj name="Equation" r:id="rId17" imgW="79992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10482545" y="2501900"/>
                          <a:ext cx="8001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对象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9995118"/>
                </p:ext>
              </p:extLst>
            </p:nvPr>
          </p:nvGraphicFramePr>
          <p:xfrm>
            <a:off x="8325208" y="2320292"/>
            <a:ext cx="405078" cy="2799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77558" name="Equation" r:id="rId19" imgW="406080" imgH="279360" progId="Equation.DSMT4">
                    <p:embed/>
                  </p:oleObj>
                </mc:Choice>
                <mc:Fallback>
                  <p:oleObj name="Equation" r:id="rId19" imgW="40608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325208" y="2320292"/>
                          <a:ext cx="405078" cy="27992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99569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4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25218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Li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原子能级的跃迁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2"/>
          <p:cNvSpPr>
            <a:spLocks noChangeArrowheads="1"/>
          </p:cNvSpPr>
          <p:nvPr/>
        </p:nvSpPr>
        <p:spPr bwMode="auto">
          <a:xfrm>
            <a:off x="2625819" y="2444811"/>
            <a:ext cx="13350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主线系 </a:t>
            </a:r>
          </a:p>
        </p:txBody>
      </p:sp>
      <p:graphicFrame>
        <p:nvGraphicFramePr>
          <p:cNvPr id="3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937307"/>
              </p:ext>
            </p:extLst>
          </p:nvPr>
        </p:nvGraphicFramePr>
        <p:xfrm>
          <a:off x="4576763" y="2236788"/>
          <a:ext cx="5118100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58" name="Equation" r:id="rId3" imgW="2844720" imgH="457200" progId="Equation.DSMT4">
                  <p:embed/>
                </p:oleObj>
              </mc:Choice>
              <mc:Fallback>
                <p:oleObj name="Equation" r:id="rId3" imgW="2844720" imgH="457200" progId="Equation.DSMT4">
                  <p:embed/>
                  <p:pic>
                    <p:nvPicPr>
                      <p:cNvPr id="1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2236788"/>
                        <a:ext cx="5118100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7"/>
          <p:cNvSpPr>
            <a:spLocks noChangeArrowheads="1"/>
          </p:cNvSpPr>
          <p:nvPr/>
        </p:nvSpPr>
        <p:spPr bwMode="auto">
          <a:xfrm>
            <a:off x="2625819" y="3640198"/>
            <a:ext cx="2060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第一辅线系 </a:t>
            </a:r>
          </a:p>
        </p:txBody>
      </p: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2625819" y="4930836"/>
            <a:ext cx="17843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第二辅线系 </a:t>
            </a:r>
          </a:p>
        </p:txBody>
      </p:sp>
      <p:sp>
        <p:nvSpPr>
          <p:cNvPr id="35" name="Rectangle 13"/>
          <p:cNvSpPr>
            <a:spLocks noChangeArrowheads="1"/>
          </p:cNvSpPr>
          <p:nvPr/>
        </p:nvSpPr>
        <p:spPr bwMode="auto">
          <a:xfrm>
            <a:off x="2625819" y="5994461"/>
            <a:ext cx="158273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柏格曼系 </a:t>
            </a:r>
          </a:p>
        </p:txBody>
      </p:sp>
      <p:graphicFrame>
        <p:nvGraphicFramePr>
          <p:cNvPr id="3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721228"/>
              </p:ext>
            </p:extLst>
          </p:nvPr>
        </p:nvGraphicFramePr>
        <p:xfrm>
          <a:off x="4576763" y="3432175"/>
          <a:ext cx="5164137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59" name="Equation" r:id="rId5" imgW="2869920" imgH="457200" progId="Equation.DSMT4">
                  <p:embed/>
                </p:oleObj>
              </mc:Choice>
              <mc:Fallback>
                <p:oleObj name="Equation" r:id="rId5" imgW="2869920" imgH="457200" progId="Equation.DSMT4">
                  <p:embed/>
                  <p:pic>
                    <p:nvPicPr>
                      <p:cNvPr id="2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3432175"/>
                        <a:ext cx="5164137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5228107"/>
              </p:ext>
            </p:extLst>
          </p:nvPr>
        </p:nvGraphicFramePr>
        <p:xfrm>
          <a:off x="4576763" y="4722813"/>
          <a:ext cx="51419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60" name="Equation" r:id="rId7" imgW="2857320" imgH="457200" progId="Equation.DSMT4">
                  <p:embed/>
                </p:oleObj>
              </mc:Choice>
              <mc:Fallback>
                <p:oleObj name="Equation" r:id="rId7" imgW="2857320" imgH="457200" progId="Equation.DSMT4">
                  <p:embed/>
                  <p:pic>
                    <p:nvPicPr>
                      <p:cNvPr id="2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4722813"/>
                        <a:ext cx="51419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6550797"/>
              </p:ext>
            </p:extLst>
          </p:nvPr>
        </p:nvGraphicFramePr>
        <p:xfrm>
          <a:off x="4576763" y="5786438"/>
          <a:ext cx="5141912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3661" name="Equation" r:id="rId9" imgW="2857320" imgH="457200" progId="Equation.DSMT4">
                  <p:embed/>
                </p:oleObj>
              </mc:Choice>
              <mc:Fallback>
                <p:oleObj name="Equation" r:id="rId9" imgW="2857320" imgH="457200" progId="Equation.DSMT4">
                  <p:embed/>
                  <p:pic>
                    <p:nvPicPr>
                      <p:cNvPr id="29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6763" y="5786438"/>
                        <a:ext cx="5141912" cy="814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70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31" grpId="0"/>
      <p:bldP spid="33" grpId="0"/>
      <p:bldP spid="34" grpId="0"/>
      <p:bldP spid="3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30540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rgbClr val="B8D8D7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3"/>
          <p:cNvSpPr txBox="1">
            <a:spLocks noChangeArrowheads="1"/>
          </p:cNvSpPr>
          <p:nvPr/>
        </p:nvSpPr>
        <p:spPr bwMode="auto">
          <a:xfrm>
            <a:off x="865188" y="2351148"/>
            <a:ext cx="98603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在考虑相对论质量效应修正、自旋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轨道相互作用和达尔文项修正之后，氢原子能量为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82711"/>
              </p:ext>
            </p:extLst>
          </p:nvPr>
        </p:nvGraphicFramePr>
        <p:xfrm>
          <a:off x="3820534" y="2945900"/>
          <a:ext cx="394970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4024" name="Equation" r:id="rId3" imgW="3949560" imgH="876240" progId="Equation.DSMT4">
                  <p:embed/>
                </p:oleObj>
              </mc:Choice>
              <mc:Fallback>
                <p:oleObj name="Equation" r:id="rId3" imgW="3949560" imgH="876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20534" y="2945900"/>
                        <a:ext cx="3949700" cy="876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3"/>
          <p:cNvSpPr txBox="1">
            <a:spLocks noChangeArrowheads="1"/>
          </p:cNvSpPr>
          <p:nvPr/>
        </p:nvSpPr>
        <p:spPr bwMode="auto">
          <a:xfrm>
            <a:off x="865188" y="4016842"/>
            <a:ext cx="1024992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将会造成劈裂后的能级，有部分是简并的，进而影响到光谱线，表现出来就是光谱线重合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865188" y="4611594"/>
            <a:ext cx="6384161" cy="485745"/>
            <a:chOff x="1386073" y="4668838"/>
            <a:chExt cx="6384161" cy="485745"/>
          </a:xfrm>
        </p:grpSpPr>
        <p:grpSp>
          <p:nvGrpSpPr>
            <p:cNvPr id="6" name="组合 5"/>
            <p:cNvGrpSpPr/>
            <p:nvPr/>
          </p:nvGrpSpPr>
          <p:grpSpPr>
            <a:xfrm>
              <a:off x="2111842" y="4668838"/>
              <a:ext cx="1842622" cy="457200"/>
              <a:chOff x="2111842" y="4668838"/>
              <a:chExt cx="1842622" cy="457200"/>
            </a:xfrm>
          </p:grpSpPr>
          <p:graphicFrame>
            <p:nvGraphicFramePr>
              <p:cNvPr id="4" name="对象 3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47267250"/>
                  </p:ext>
                </p:extLst>
              </p:nvPr>
            </p:nvGraphicFramePr>
            <p:xfrm>
              <a:off x="2111842" y="4668838"/>
              <a:ext cx="7493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025" name="Equation" r:id="rId5" imgW="749160" imgH="457200" progId="Equation.DSMT4">
                      <p:embed/>
                    </p:oleObj>
                  </mc:Choice>
                  <mc:Fallback>
                    <p:oleObj name="Equation" r:id="rId5" imgW="749160" imgH="457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111842" y="4668838"/>
                            <a:ext cx="749300" cy="457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" name="对象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905653"/>
                  </p:ext>
                </p:extLst>
              </p:nvPr>
            </p:nvGraphicFramePr>
            <p:xfrm>
              <a:off x="3230564" y="4668838"/>
              <a:ext cx="7239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026" name="Equation" r:id="rId7" imgW="723600" imgH="457200" progId="Equation.DSMT4">
                      <p:embed/>
                    </p:oleObj>
                  </mc:Choice>
                  <mc:Fallback>
                    <p:oleObj name="Equation" r:id="rId7" imgW="723600" imgH="4572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3230564" y="4668838"/>
                            <a:ext cx="723900" cy="457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文本框 3"/>
              <p:cNvSpPr txBox="1">
                <a:spLocks noChangeArrowheads="1"/>
              </p:cNvSpPr>
              <p:nvPr/>
            </p:nvSpPr>
            <p:spPr bwMode="auto">
              <a:xfrm>
                <a:off x="2824478" y="4697383"/>
                <a:ext cx="4427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2857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和</a:t>
                </a:r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4323886" y="4697383"/>
              <a:ext cx="1874837" cy="457200"/>
              <a:chOff x="2118160" y="4668838"/>
              <a:chExt cx="1874837" cy="457200"/>
            </a:xfrm>
          </p:grpSpPr>
          <p:graphicFrame>
            <p:nvGraphicFramePr>
              <p:cNvPr id="22" name="对象 21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25629703"/>
                  </p:ext>
                </p:extLst>
              </p:nvPr>
            </p:nvGraphicFramePr>
            <p:xfrm>
              <a:off x="2118160" y="4668838"/>
              <a:ext cx="7366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027" name="Equation" r:id="rId9" imgW="736560" imgH="457200" progId="Equation.DSMT4">
                      <p:embed/>
                    </p:oleObj>
                  </mc:Choice>
                  <mc:Fallback>
                    <p:oleObj name="Equation" r:id="rId9" imgW="736560" imgH="457200" progId="Equation.DSMT4">
                      <p:embed/>
                      <p:pic>
                        <p:nvPicPr>
                          <p:cNvPr id="4" name="对象 3"/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2118160" y="4668838"/>
                            <a:ext cx="736600" cy="457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对象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38323560"/>
                  </p:ext>
                </p:extLst>
              </p:nvPr>
            </p:nvGraphicFramePr>
            <p:xfrm>
              <a:off x="3192897" y="4668838"/>
              <a:ext cx="800100" cy="457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64028" name="Equation" r:id="rId11" imgW="799920" imgH="457200" progId="Equation.DSMT4">
                      <p:embed/>
                    </p:oleObj>
                  </mc:Choice>
                  <mc:Fallback>
                    <p:oleObj name="Equation" r:id="rId11" imgW="799920" imgH="457200" progId="Equation.DSMT4">
                      <p:embed/>
                      <p:pic>
                        <p:nvPicPr>
                          <p:cNvPr id="5" name="对象 4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3192897" y="4668838"/>
                            <a:ext cx="800100" cy="4572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文本框 3"/>
              <p:cNvSpPr txBox="1">
                <a:spLocks noChangeArrowheads="1"/>
              </p:cNvSpPr>
              <p:nvPr/>
            </p:nvSpPr>
            <p:spPr bwMode="auto">
              <a:xfrm>
                <a:off x="2824478" y="4697383"/>
                <a:ext cx="44275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marL="2857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20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6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ts val="1000"/>
                  </a:spcBef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ts val="1000"/>
                  </a:spcBef>
                  <a:spcAft>
                    <a:spcPct val="0"/>
                  </a:spcAft>
                  <a:buClr>
                    <a:srgbClr val="8AD0D6"/>
                  </a:buClr>
                  <a:buSzPct val="80000"/>
                  <a:buFont typeface="Wingdings 3" panose="05040102010807070707" pitchFamily="18" charset="2"/>
                  <a:buChar char=""/>
                  <a:defRPr sz="1400">
                    <a:solidFill>
                      <a:schemeClr val="tx1"/>
                    </a:solidFill>
                    <a:latin typeface="Century Gothic" panose="020B0502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indent="0">
                  <a:spcBef>
                    <a:spcPct val="0"/>
                  </a:spcBef>
                  <a:buClrTx/>
                  <a:buSzTx/>
                  <a:buNone/>
                </a:pPr>
                <a:r>
                  <a:rPr lang="zh-CN" altLang="en-US" b="1" dirty="0" smtClean="0">
                    <a:latin typeface="Times New Roman" panose="02020603050405020304" pitchFamily="18" charset="0"/>
                    <a:ea typeface="方正新书宋简体" panose="03000509000000000000" pitchFamily="65" charset="-122"/>
                    <a:cs typeface="Times New Roman" panose="02020603050405020304" pitchFamily="18" charset="0"/>
                  </a:rPr>
                  <a:t>和</a:t>
                </a:r>
                <a:endParaRPr lang="zh-CN" altLang="en-US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5" name="文本框 3"/>
            <p:cNvSpPr txBox="1">
              <a:spLocks noChangeArrowheads="1"/>
            </p:cNvSpPr>
            <p:nvPr/>
          </p:nvSpPr>
          <p:spPr bwMode="auto">
            <a:xfrm>
              <a:off x="1386073" y="4697383"/>
              <a:ext cx="638416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2857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>
                <a:spcBef>
                  <a:spcPct val="0"/>
                </a:spcBef>
                <a:buClrTx/>
                <a:buSzTx/>
                <a:buNone/>
              </a:pPr>
              <a:r>
                <a:rPr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比如                                ，                                ，</a:t>
              </a:r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……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121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3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6" y="1284288"/>
            <a:ext cx="388750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305404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758825" y="2348706"/>
            <a:ext cx="7337203" cy="3985419"/>
            <a:chOff x="758825" y="2348706"/>
            <a:chExt cx="7337203" cy="3985419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1653988" y="6104964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1653988" y="3299011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919229" y="6104964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3919229" y="3299011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3919229" y="5652247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3919229" y="3049103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954217" y="3049103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5954217" y="2976435"/>
              <a:ext cx="123713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2326341" y="6104964"/>
              <a:ext cx="247425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653988" y="5423647"/>
              <a:ext cx="597049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1653988" y="2770247"/>
              <a:ext cx="5970494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182906" y="3299011"/>
              <a:ext cx="247425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4439182" y="3049103"/>
              <a:ext cx="2474259" cy="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3469565"/>
                </p:ext>
              </p:extLst>
            </p:nvPr>
          </p:nvGraphicFramePr>
          <p:xfrm>
            <a:off x="758825" y="5876925"/>
            <a:ext cx="762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5" name="Equation" r:id="rId3" imgW="761760" imgH="457200" progId="Equation.DSMT4">
                    <p:embed/>
                  </p:oleObj>
                </mc:Choice>
                <mc:Fallback>
                  <p:oleObj name="Equation" r:id="rId3" imgW="76176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758825" y="5876925"/>
                          <a:ext cx="7620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0578300"/>
                </p:ext>
              </p:extLst>
            </p:nvPr>
          </p:nvGraphicFramePr>
          <p:xfrm>
            <a:off x="5316538" y="5422900"/>
            <a:ext cx="7617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6" name="Equation" r:id="rId5" imgW="761760" imgH="457200" progId="Equation.DSMT4">
                    <p:embed/>
                  </p:oleObj>
                </mc:Choice>
                <mc:Fallback>
                  <p:oleObj name="Equation" r:id="rId5" imgW="761760" imgH="457200" progId="Equation.DSMT4">
                    <p:embed/>
                    <p:pic>
                      <p:nvPicPr>
                        <p:cNvPr id="41" name="对象 4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316538" y="5422900"/>
                          <a:ext cx="7617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2" name="对象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25064197"/>
                </p:ext>
              </p:extLst>
            </p:nvPr>
          </p:nvGraphicFramePr>
          <p:xfrm>
            <a:off x="5349875" y="5818188"/>
            <a:ext cx="7365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7" name="Equation" r:id="rId7" imgW="736560" imgH="457200" progId="Equation.DSMT4">
                    <p:embed/>
                  </p:oleObj>
                </mc:Choice>
                <mc:Fallback>
                  <p:oleObj name="Equation" r:id="rId7" imgW="736560" imgH="457200" progId="Equation.DSMT4">
                    <p:embed/>
                    <p:pic>
                      <p:nvPicPr>
                        <p:cNvPr id="42" name="对象 4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349875" y="5818188"/>
                          <a:ext cx="7365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对象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77001560"/>
                </p:ext>
              </p:extLst>
            </p:nvPr>
          </p:nvGraphicFramePr>
          <p:xfrm>
            <a:off x="5123713" y="2348706"/>
            <a:ext cx="7365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8" name="Equation" r:id="rId9" imgW="736560" imgH="457200" progId="Equation.DSMT4">
                    <p:embed/>
                  </p:oleObj>
                </mc:Choice>
                <mc:Fallback>
                  <p:oleObj name="Equation" r:id="rId9" imgW="736560" imgH="457200" progId="Equation.DSMT4">
                    <p:embed/>
                    <p:pic>
                      <p:nvPicPr>
                        <p:cNvPr id="41" name="对象 4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123713" y="2348706"/>
                          <a:ext cx="7365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33206231"/>
                </p:ext>
              </p:extLst>
            </p:nvPr>
          </p:nvGraphicFramePr>
          <p:xfrm>
            <a:off x="5186083" y="3244864"/>
            <a:ext cx="723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69" name="Equation" r:id="rId11" imgW="723600" imgH="457200" progId="Equation.DSMT4">
                    <p:embed/>
                  </p:oleObj>
                </mc:Choice>
                <mc:Fallback>
                  <p:oleObj name="Equation" r:id="rId11" imgW="723600" imgH="457200" progId="Equation.DSMT4">
                    <p:embed/>
                    <p:pic>
                      <p:nvPicPr>
                        <p:cNvPr id="42" name="对象 41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86083" y="3244864"/>
                          <a:ext cx="723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02970792"/>
                </p:ext>
              </p:extLst>
            </p:nvPr>
          </p:nvGraphicFramePr>
          <p:xfrm>
            <a:off x="7290267" y="2408850"/>
            <a:ext cx="79992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0" name="Equation" r:id="rId13" imgW="799920" imgH="457200" progId="Equation.DSMT4">
                    <p:embed/>
                  </p:oleObj>
                </mc:Choice>
                <mc:Fallback>
                  <p:oleObj name="Equation" r:id="rId13" imgW="799920" imgH="457200" progId="Equation.DSMT4">
                    <p:embed/>
                    <p:pic>
                      <p:nvPicPr>
                        <p:cNvPr id="43" name="对象 42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7290267" y="2408850"/>
                          <a:ext cx="79992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对象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1304478"/>
                </p:ext>
              </p:extLst>
            </p:nvPr>
          </p:nvGraphicFramePr>
          <p:xfrm>
            <a:off x="7296108" y="3017338"/>
            <a:ext cx="79992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1" name="Equation" r:id="rId15" imgW="799920" imgH="457200" progId="Equation.DSMT4">
                    <p:embed/>
                  </p:oleObj>
                </mc:Choice>
                <mc:Fallback>
                  <p:oleObj name="Equation" r:id="rId15" imgW="799920" imgH="457200" progId="Equation.DSMT4">
                    <p:embed/>
                    <p:pic>
                      <p:nvPicPr>
                        <p:cNvPr id="44" name="对象 43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7296108" y="3017338"/>
                          <a:ext cx="79992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7" name="文本框 3"/>
            <p:cNvSpPr txBox="1">
              <a:spLocks noChangeArrowheads="1"/>
            </p:cNvSpPr>
            <p:nvPr/>
          </p:nvSpPr>
          <p:spPr bwMode="auto">
            <a:xfrm>
              <a:off x="853859" y="5136506"/>
              <a:ext cx="60144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857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>
                <a:spcBef>
                  <a:spcPct val="0"/>
                </a:spcBef>
                <a:buClrTx/>
                <a:buSzTx/>
                <a:buNone/>
              </a:pPr>
              <a:r>
                <a:rPr lang="en-US" altLang="zh-CN" b="1" i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n</a:t>
              </a:r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=2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3"/>
            <p:cNvSpPr txBox="1">
              <a:spLocks noChangeArrowheads="1"/>
            </p:cNvSpPr>
            <p:nvPr/>
          </p:nvSpPr>
          <p:spPr bwMode="auto">
            <a:xfrm>
              <a:off x="839101" y="2545971"/>
              <a:ext cx="60144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857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marL="0" indent="0">
                <a:spcBef>
                  <a:spcPct val="0"/>
                </a:spcBef>
                <a:buClrTx/>
                <a:buSzTx/>
                <a:buNone/>
              </a:pPr>
              <a:r>
                <a:rPr lang="en-US" altLang="zh-CN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n</a:t>
              </a:r>
              <a:r>
                <a:rPr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=3</a:t>
              </a:r>
              <a:endPara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3" name="直接箭头连接符 22"/>
            <p:cNvCxnSpPr/>
            <p:nvPr/>
          </p:nvCxnSpPr>
          <p:spPr>
            <a:xfrm>
              <a:off x="2410946" y="3299011"/>
              <a:ext cx="1817228" cy="2352489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箭头连接符 62"/>
            <p:cNvCxnSpPr/>
            <p:nvPr/>
          </p:nvCxnSpPr>
          <p:spPr>
            <a:xfrm flipH="1">
              <a:off x="4830554" y="3047253"/>
              <a:ext cx="1692586" cy="2604247"/>
            </a:xfrm>
            <a:prstGeom prst="straightConnector1">
              <a:avLst/>
            </a:prstGeom>
            <a:ln w="28575"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65"/>
            <p:cNvCxnSpPr/>
            <p:nvPr/>
          </p:nvCxnSpPr>
          <p:spPr>
            <a:xfrm flipH="1">
              <a:off x="4537794" y="2972594"/>
              <a:ext cx="1742228" cy="2678906"/>
            </a:xfrm>
            <a:prstGeom prst="straightConnector1">
              <a:avLst/>
            </a:prstGeom>
            <a:ln w="28575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/>
            <p:nvPr/>
          </p:nvCxnSpPr>
          <p:spPr>
            <a:xfrm flipH="1">
              <a:off x="2483417" y="3284657"/>
              <a:ext cx="2230741" cy="2819559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/>
            <p:nvPr/>
          </p:nvCxnSpPr>
          <p:spPr>
            <a:xfrm>
              <a:off x="2038575" y="3313366"/>
              <a:ext cx="2123772" cy="2790850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 flipH="1">
              <a:off x="2081227" y="3033646"/>
              <a:ext cx="2304023" cy="3070570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 flipH="1">
              <a:off x="4855847" y="3062355"/>
              <a:ext cx="1988161" cy="3056215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77" name="对象 7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1890191"/>
                </p:ext>
              </p:extLst>
            </p:nvPr>
          </p:nvGraphicFramePr>
          <p:xfrm>
            <a:off x="2692754" y="3702064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2" name="Equation" r:id="rId17" imgW="203040" imgH="215640" progId="Equation.DSMT4">
                    <p:embed/>
                  </p:oleObj>
                </mc:Choice>
                <mc:Fallback>
                  <p:oleObj name="Equation" r:id="rId17" imgW="20304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692754" y="3702064"/>
                          <a:ext cx="203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" name="对象 7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8431811"/>
                </p:ext>
              </p:extLst>
            </p:nvPr>
          </p:nvGraphicFramePr>
          <p:xfrm>
            <a:off x="5886139" y="3780195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3" name="Equation" r:id="rId19" imgW="190440" imgH="279360" progId="Equation.DSMT4">
                    <p:embed/>
                  </p:oleObj>
                </mc:Choice>
                <mc:Fallback>
                  <p:oleObj name="Equation" r:id="rId19" imgW="1904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886139" y="3780195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" name="对象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19249134"/>
                </p:ext>
              </p:extLst>
            </p:nvPr>
          </p:nvGraphicFramePr>
          <p:xfrm>
            <a:off x="5252720" y="4061261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4" name="Equation" r:id="rId21" imgW="177480" imgH="215640" progId="Equation.DSMT4">
                    <p:embed/>
                  </p:oleObj>
                </mc:Choice>
                <mc:Fallback>
                  <p:oleObj name="Equation" r:id="rId21" imgW="1774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252720" y="4061261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3" name="对象 8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79635820"/>
                </p:ext>
              </p:extLst>
            </p:nvPr>
          </p:nvGraphicFramePr>
          <p:xfrm>
            <a:off x="3873102" y="4258070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5" name="Equation" r:id="rId23" imgW="215640" imgH="279360" progId="Equation.DSMT4">
                    <p:embed/>
                  </p:oleObj>
                </mc:Choice>
                <mc:Fallback>
                  <p:oleObj name="Equation" r:id="rId23" imgW="21564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3873102" y="4258070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4" name="对象 8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239628"/>
                </p:ext>
              </p:extLst>
            </p:nvPr>
          </p:nvGraphicFramePr>
          <p:xfrm>
            <a:off x="1949675" y="3506397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6" name="Equation" r:id="rId25" imgW="177480" imgH="215640" progId="Equation.DSMT4">
                    <p:embed/>
                  </p:oleObj>
                </mc:Choice>
                <mc:Fallback>
                  <p:oleObj name="Equation" r:id="rId25" imgW="177480" imgH="2156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1949675" y="3506397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" name="对象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1212985"/>
                </p:ext>
              </p:extLst>
            </p:nvPr>
          </p:nvGraphicFramePr>
          <p:xfrm>
            <a:off x="3524209" y="3515227"/>
            <a:ext cx="26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7" name="Equation" r:id="rId27" imgW="266400" imgH="342720" progId="Equation.DSMT4">
                    <p:embed/>
                  </p:oleObj>
                </mc:Choice>
                <mc:Fallback>
                  <p:oleObj name="Equation" r:id="rId27" imgW="266400" imgH="3427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3524209" y="3515227"/>
                          <a:ext cx="266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6" name="对象 8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45676"/>
                </p:ext>
              </p:extLst>
            </p:nvPr>
          </p:nvGraphicFramePr>
          <p:xfrm>
            <a:off x="5916232" y="4755183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8" name="Equation" r:id="rId29" imgW="228600" imgH="279360" progId="Equation.DSMT4">
                    <p:embed/>
                  </p:oleObj>
                </mc:Choice>
                <mc:Fallback>
                  <p:oleObj name="Equation" r:id="rId29" imgW="228600" imgH="2793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5916232" y="4755183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7" name="对象 8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77413528"/>
                </p:ext>
              </p:extLst>
            </p:nvPr>
          </p:nvGraphicFramePr>
          <p:xfrm>
            <a:off x="976313" y="3086100"/>
            <a:ext cx="749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79" name="Equation" r:id="rId31" imgW="749160" imgH="457200" progId="Equation.DSMT4">
                    <p:embed/>
                  </p:oleObj>
                </mc:Choice>
                <mc:Fallback>
                  <p:oleObj name="Equation" r:id="rId31" imgW="749160" imgH="457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76313" y="3086100"/>
                          <a:ext cx="749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9" name="组合 88"/>
          <p:cNvGrpSpPr/>
          <p:nvPr/>
        </p:nvGrpSpPr>
        <p:grpSpPr>
          <a:xfrm>
            <a:off x="9120465" y="788738"/>
            <a:ext cx="2323196" cy="3406011"/>
            <a:chOff x="9120465" y="788738"/>
            <a:chExt cx="2323196" cy="3406011"/>
          </a:xfrm>
        </p:grpSpPr>
        <p:graphicFrame>
          <p:nvGraphicFramePr>
            <p:cNvPr id="90" name="对象 8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52228585"/>
                </p:ext>
              </p:extLst>
            </p:nvPr>
          </p:nvGraphicFramePr>
          <p:xfrm>
            <a:off x="9152215" y="909388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0" name="Equation" r:id="rId33" imgW="203040" imgH="215640" progId="Equation.DSMT4">
                    <p:embed/>
                  </p:oleObj>
                </mc:Choice>
                <mc:Fallback>
                  <p:oleObj name="Equation" r:id="rId33" imgW="203040" imgH="215640" progId="Equation.DSMT4">
                    <p:embed/>
                    <p:pic>
                      <p:nvPicPr>
                        <p:cNvPr id="77" name="对象 76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9152215" y="909388"/>
                          <a:ext cx="203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" name="对象 9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753475"/>
                </p:ext>
              </p:extLst>
            </p:nvPr>
          </p:nvGraphicFramePr>
          <p:xfrm>
            <a:off x="9611453" y="788738"/>
            <a:ext cx="749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1" name="Equation" r:id="rId34" imgW="749160" imgH="457200" progId="Equation.DSMT4">
                    <p:embed/>
                  </p:oleObj>
                </mc:Choice>
                <mc:Fallback>
                  <p:oleObj name="Equation" r:id="rId34" imgW="749160" imgH="457200" progId="Equation.DSMT4">
                    <p:embed/>
                    <p:pic>
                      <p:nvPicPr>
                        <p:cNvPr id="87" name="对象 8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611453" y="788738"/>
                          <a:ext cx="749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3" name="对象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43786370"/>
                </p:ext>
              </p:extLst>
            </p:nvPr>
          </p:nvGraphicFramePr>
          <p:xfrm>
            <a:off x="10681781" y="788738"/>
            <a:ext cx="7617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2" name="Equation" r:id="rId35" imgW="761760" imgH="457200" progId="Equation.DSMT4">
                    <p:embed/>
                  </p:oleObj>
                </mc:Choice>
                <mc:Fallback>
                  <p:oleObj name="Equation" r:id="rId35" imgW="761760" imgH="457200" progId="Equation.DSMT4">
                    <p:embed/>
                    <p:pic>
                      <p:nvPicPr>
                        <p:cNvPr id="51" name="对象 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81781" y="788738"/>
                          <a:ext cx="7617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4" name="对象 9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0969560"/>
                </p:ext>
              </p:extLst>
            </p:nvPr>
          </p:nvGraphicFramePr>
          <p:xfrm>
            <a:off x="9158565" y="1353231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3" name="Equation" r:id="rId36" imgW="190440" imgH="279360" progId="Equation.DSMT4">
                    <p:embed/>
                  </p:oleObj>
                </mc:Choice>
                <mc:Fallback>
                  <p:oleObj name="Equation" r:id="rId36" imgW="190440" imgH="279360" progId="Equation.DSMT4">
                    <p:embed/>
                    <p:pic>
                      <p:nvPicPr>
                        <p:cNvPr id="80" name="对象 7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9158565" y="1353231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5" name="对象 9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0532692"/>
                </p:ext>
              </p:extLst>
            </p:nvPr>
          </p:nvGraphicFramePr>
          <p:xfrm>
            <a:off x="9586143" y="1280206"/>
            <a:ext cx="79992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4" name="Equation" r:id="rId37" imgW="799920" imgH="457200" progId="Equation.DSMT4">
                    <p:embed/>
                  </p:oleObj>
                </mc:Choice>
                <mc:Fallback>
                  <p:oleObj name="Equation" r:id="rId37" imgW="799920" imgH="457200" progId="Equation.DSMT4">
                    <p:embed/>
                    <p:pic>
                      <p:nvPicPr>
                        <p:cNvPr id="56" name="对象 5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586143" y="1280206"/>
                          <a:ext cx="79992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6" name="对象 9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6563564"/>
                </p:ext>
              </p:extLst>
            </p:nvPr>
          </p:nvGraphicFramePr>
          <p:xfrm>
            <a:off x="10681781" y="1280206"/>
            <a:ext cx="7617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5" name="Equation" r:id="rId38" imgW="761760" imgH="457200" progId="Equation.DSMT4">
                    <p:embed/>
                  </p:oleObj>
                </mc:Choice>
                <mc:Fallback>
                  <p:oleObj name="Equation" r:id="rId38" imgW="761760" imgH="457200" progId="Equation.DSMT4">
                    <p:embed/>
                    <p:pic>
                      <p:nvPicPr>
                        <p:cNvPr id="51" name="对象 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81781" y="1280206"/>
                          <a:ext cx="7617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对象 9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9673636"/>
                </p:ext>
              </p:extLst>
            </p:nvPr>
          </p:nvGraphicFramePr>
          <p:xfrm>
            <a:off x="9164915" y="1860574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6" name="Equation" r:id="rId39" imgW="177480" imgH="215640" progId="Equation.DSMT4">
                    <p:embed/>
                  </p:oleObj>
                </mc:Choice>
                <mc:Fallback>
                  <p:oleObj name="Equation" r:id="rId39" imgW="177480" imgH="215640" progId="Equation.DSMT4">
                    <p:embed/>
                    <p:pic>
                      <p:nvPicPr>
                        <p:cNvPr id="82" name="对象 81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9164915" y="1860574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对象 9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3889723"/>
                </p:ext>
              </p:extLst>
            </p:nvPr>
          </p:nvGraphicFramePr>
          <p:xfrm>
            <a:off x="9586143" y="1771674"/>
            <a:ext cx="79992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7" name="Equation" r:id="rId40" imgW="799920" imgH="457200" progId="Equation.DSMT4">
                    <p:embed/>
                  </p:oleObj>
                </mc:Choice>
                <mc:Fallback>
                  <p:oleObj name="Equation" r:id="rId40" imgW="799920" imgH="457200" progId="Equation.DSMT4">
                    <p:embed/>
                    <p:pic>
                      <p:nvPicPr>
                        <p:cNvPr id="55" name="对象 54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9586143" y="1771674"/>
                          <a:ext cx="79992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9" name="对象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5701649"/>
                </p:ext>
              </p:extLst>
            </p:nvPr>
          </p:nvGraphicFramePr>
          <p:xfrm>
            <a:off x="10681781" y="1771674"/>
            <a:ext cx="7617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8" name="Equation" r:id="rId41" imgW="761760" imgH="457200" progId="Equation.DSMT4">
                    <p:embed/>
                  </p:oleObj>
                </mc:Choice>
                <mc:Fallback>
                  <p:oleObj name="Equation" r:id="rId41" imgW="761760" imgH="457200" progId="Equation.DSMT4">
                    <p:embed/>
                    <p:pic>
                      <p:nvPicPr>
                        <p:cNvPr id="51" name="对象 50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0681781" y="1771674"/>
                          <a:ext cx="7617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" name="对象 9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957344"/>
                </p:ext>
              </p:extLst>
            </p:nvPr>
          </p:nvGraphicFramePr>
          <p:xfrm>
            <a:off x="9145865" y="2304417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89" name="Equation" r:id="rId42" imgW="215640" imgH="279360" progId="Equation.DSMT4">
                    <p:embed/>
                  </p:oleObj>
                </mc:Choice>
                <mc:Fallback>
                  <p:oleObj name="Equation" r:id="rId42" imgW="215640" imgH="279360" progId="Equation.DSMT4">
                    <p:embed/>
                    <p:pic>
                      <p:nvPicPr>
                        <p:cNvPr id="83" name="对象 82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9145865" y="2304417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1" name="对象 10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329339"/>
                </p:ext>
              </p:extLst>
            </p:nvPr>
          </p:nvGraphicFramePr>
          <p:xfrm>
            <a:off x="9624303" y="2263143"/>
            <a:ext cx="7236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0" name="Equation" r:id="rId43" imgW="723600" imgH="457200" progId="Equation.DSMT4">
                    <p:embed/>
                  </p:oleObj>
                </mc:Choice>
                <mc:Fallback>
                  <p:oleObj name="Equation" r:id="rId43" imgW="723600" imgH="457200" progId="Equation.DSMT4">
                    <p:embed/>
                    <p:pic>
                      <p:nvPicPr>
                        <p:cNvPr id="54" name="对象 53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9624303" y="2263143"/>
                          <a:ext cx="7236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" name="对象 10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2840925"/>
                </p:ext>
              </p:extLst>
            </p:nvPr>
          </p:nvGraphicFramePr>
          <p:xfrm>
            <a:off x="10681661" y="2263142"/>
            <a:ext cx="762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1" name="Equation" r:id="rId44" imgW="761760" imgH="457200" progId="Equation.DSMT4">
                    <p:embed/>
                  </p:oleObj>
                </mc:Choice>
                <mc:Fallback>
                  <p:oleObj name="Equation" r:id="rId44" imgW="761760" imgH="45720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45"/>
                        <a:stretch>
                          <a:fillRect/>
                        </a:stretch>
                      </p:blipFill>
                      <p:spPr>
                        <a:xfrm>
                          <a:off x="10681661" y="2263142"/>
                          <a:ext cx="7620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" name="对象 10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2180717"/>
                </p:ext>
              </p:extLst>
            </p:nvPr>
          </p:nvGraphicFramePr>
          <p:xfrm>
            <a:off x="9164915" y="2811760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2" name="Equation" r:id="rId46" imgW="177480" imgH="215640" progId="Equation.DSMT4">
                    <p:embed/>
                  </p:oleObj>
                </mc:Choice>
                <mc:Fallback>
                  <p:oleObj name="Equation" r:id="rId46" imgW="177480" imgH="215640" progId="Equation.DSMT4">
                    <p:embed/>
                    <p:pic>
                      <p:nvPicPr>
                        <p:cNvPr id="84" name="对象 83"/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9164915" y="2811760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" name="对象 10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16604286"/>
                </p:ext>
              </p:extLst>
            </p:nvPr>
          </p:nvGraphicFramePr>
          <p:xfrm>
            <a:off x="9611453" y="2754612"/>
            <a:ext cx="7493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3" name="Equation" r:id="rId48" imgW="749160" imgH="457200" progId="Equation.DSMT4">
                    <p:embed/>
                  </p:oleObj>
                </mc:Choice>
                <mc:Fallback>
                  <p:oleObj name="Equation" r:id="rId48" imgW="749160" imgH="457200" progId="Equation.DSMT4">
                    <p:embed/>
                    <p:pic>
                      <p:nvPicPr>
                        <p:cNvPr id="87" name="对象 86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9611453" y="2754612"/>
                          <a:ext cx="7493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5" name="对象 1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1641682"/>
                </p:ext>
              </p:extLst>
            </p:nvPr>
          </p:nvGraphicFramePr>
          <p:xfrm>
            <a:off x="10694381" y="2754610"/>
            <a:ext cx="7365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4" name="Equation" r:id="rId49" imgW="736560" imgH="457200" progId="Equation.DSMT4">
                    <p:embed/>
                  </p:oleObj>
                </mc:Choice>
                <mc:Fallback>
                  <p:oleObj name="Equation" r:id="rId49" imgW="736560" imgH="457200" progId="Equation.DSMT4">
                    <p:embed/>
                    <p:pic>
                      <p:nvPicPr>
                        <p:cNvPr id="52" name="对象 5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694381" y="2754610"/>
                          <a:ext cx="7365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6" name="对象 10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08820605"/>
                </p:ext>
              </p:extLst>
            </p:nvPr>
          </p:nvGraphicFramePr>
          <p:xfrm>
            <a:off x="9120465" y="3255604"/>
            <a:ext cx="26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5" name="Equation" r:id="rId50" imgW="266400" imgH="342720" progId="Equation.DSMT4">
                    <p:embed/>
                  </p:oleObj>
                </mc:Choice>
                <mc:Fallback>
                  <p:oleObj name="Equation" r:id="rId50" imgW="266400" imgH="342720" progId="Equation.DSMT4">
                    <p:embed/>
                    <p:pic>
                      <p:nvPicPr>
                        <p:cNvPr id="85" name="对象 84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9120465" y="3255604"/>
                          <a:ext cx="266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7" name="对象 10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64644647"/>
                </p:ext>
              </p:extLst>
            </p:nvPr>
          </p:nvGraphicFramePr>
          <p:xfrm>
            <a:off x="9617823" y="3246081"/>
            <a:ext cx="7365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6" name="Equation" r:id="rId51" imgW="736560" imgH="457200" progId="Equation.DSMT4">
                    <p:embed/>
                  </p:oleObj>
                </mc:Choice>
                <mc:Fallback>
                  <p:oleObj name="Equation" r:id="rId51" imgW="736560" imgH="457200" progId="Equation.DSMT4">
                    <p:embed/>
                    <p:pic>
                      <p:nvPicPr>
                        <p:cNvPr id="53" name="对象 5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9617823" y="3246081"/>
                          <a:ext cx="7365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8" name="对象 10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6420061"/>
                </p:ext>
              </p:extLst>
            </p:nvPr>
          </p:nvGraphicFramePr>
          <p:xfrm>
            <a:off x="10681661" y="3246079"/>
            <a:ext cx="76200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7" name="Equation" r:id="rId52" imgW="761760" imgH="457200" progId="Equation.DSMT4">
                    <p:embed/>
                  </p:oleObj>
                </mc:Choice>
                <mc:Fallback>
                  <p:oleObj name="Equation" r:id="rId52" imgW="761760" imgH="457200" progId="Equation.DSMT4">
                    <p:embed/>
                    <p:pic>
                      <p:nvPicPr>
                        <p:cNvPr id="9" name="对象 8"/>
                        <p:cNvPicPr/>
                        <p:nvPr/>
                      </p:nvPicPr>
                      <p:blipFill>
                        <a:blip r:embed="rId53"/>
                        <a:stretch>
                          <a:fillRect/>
                        </a:stretch>
                      </p:blipFill>
                      <p:spPr>
                        <a:xfrm>
                          <a:off x="10681661" y="3246079"/>
                          <a:ext cx="76200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9" name="对象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24984992"/>
                </p:ext>
              </p:extLst>
            </p:nvPr>
          </p:nvGraphicFramePr>
          <p:xfrm>
            <a:off x="9139515" y="3826449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8" name="Equation" r:id="rId54" imgW="228600" imgH="279360" progId="Equation.DSMT4">
                    <p:embed/>
                  </p:oleObj>
                </mc:Choice>
                <mc:Fallback>
                  <p:oleObj name="Equation" r:id="rId54" imgW="228600" imgH="279360" progId="Equation.DSMT4">
                    <p:embed/>
                    <p:pic>
                      <p:nvPicPr>
                        <p:cNvPr id="86" name="对象 85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9139515" y="3826449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" name="对象 10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4171545"/>
                </p:ext>
              </p:extLst>
            </p:nvPr>
          </p:nvGraphicFramePr>
          <p:xfrm>
            <a:off x="9586143" y="3737549"/>
            <a:ext cx="79992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399" name="Equation" r:id="rId55" imgW="799920" imgH="457200" progId="Equation.DSMT4">
                    <p:embed/>
                  </p:oleObj>
                </mc:Choice>
                <mc:Fallback>
                  <p:oleObj name="Equation" r:id="rId55" imgW="799920" imgH="457200" progId="Equation.DSMT4">
                    <p:embed/>
                    <p:pic>
                      <p:nvPicPr>
                        <p:cNvPr id="56" name="对象 55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9586143" y="3737549"/>
                          <a:ext cx="79992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1" name="对象 1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9743712"/>
                </p:ext>
              </p:extLst>
            </p:nvPr>
          </p:nvGraphicFramePr>
          <p:xfrm>
            <a:off x="10694381" y="3737549"/>
            <a:ext cx="736560" cy="457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0" name="Equation" r:id="rId56" imgW="736560" imgH="457200" progId="Equation.DSMT4">
                    <p:embed/>
                  </p:oleObj>
                </mc:Choice>
                <mc:Fallback>
                  <p:oleObj name="Equation" r:id="rId56" imgW="736560" imgH="457200" progId="Equation.DSMT4">
                    <p:embed/>
                    <p:pic>
                      <p:nvPicPr>
                        <p:cNvPr id="52" name="对象 5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694381" y="3737549"/>
                          <a:ext cx="736560" cy="457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8" name="虚尾箭头 87"/>
            <p:cNvSpPr/>
            <p:nvPr/>
          </p:nvSpPr>
          <p:spPr>
            <a:xfrm>
              <a:off x="10386063" y="961453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虚尾箭头 112"/>
            <p:cNvSpPr/>
            <p:nvPr/>
          </p:nvSpPr>
          <p:spPr>
            <a:xfrm>
              <a:off x="10386062" y="1426128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虚尾箭头 113"/>
            <p:cNvSpPr/>
            <p:nvPr/>
          </p:nvSpPr>
          <p:spPr>
            <a:xfrm>
              <a:off x="10386061" y="1912661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虚尾箭头 114"/>
            <p:cNvSpPr/>
            <p:nvPr/>
          </p:nvSpPr>
          <p:spPr>
            <a:xfrm>
              <a:off x="10386061" y="2386838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虚尾箭头 115"/>
            <p:cNvSpPr/>
            <p:nvPr/>
          </p:nvSpPr>
          <p:spPr>
            <a:xfrm>
              <a:off x="10394766" y="2855855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虚尾箭头 116"/>
            <p:cNvSpPr/>
            <p:nvPr/>
          </p:nvSpPr>
          <p:spPr>
            <a:xfrm>
              <a:off x="10394766" y="3408248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虚尾箭头 117"/>
            <p:cNvSpPr/>
            <p:nvPr/>
          </p:nvSpPr>
          <p:spPr>
            <a:xfrm>
              <a:off x="10389909" y="3899431"/>
              <a:ext cx="293245" cy="122420"/>
            </a:xfrm>
            <a:prstGeom prst="stripedRightArrow">
              <a:avLst>
                <a:gd name="adj1" fmla="val 68804"/>
                <a:gd name="adj2" fmla="val 12261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4" name="组合 133"/>
          <p:cNvGrpSpPr/>
          <p:nvPr/>
        </p:nvGrpSpPr>
        <p:grpSpPr>
          <a:xfrm>
            <a:off x="7927785" y="4201617"/>
            <a:ext cx="3981717" cy="2431096"/>
            <a:chOff x="7927785" y="4201617"/>
            <a:chExt cx="3981717" cy="2431096"/>
          </a:xfrm>
        </p:grpSpPr>
        <p:cxnSp>
          <p:nvCxnSpPr>
            <p:cNvPr id="120" name="直接连接符 119"/>
            <p:cNvCxnSpPr/>
            <p:nvPr/>
          </p:nvCxnSpPr>
          <p:spPr>
            <a:xfrm>
              <a:off x="7927785" y="6275388"/>
              <a:ext cx="398171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/>
            <p:nvPr/>
          </p:nvCxnSpPr>
          <p:spPr>
            <a:xfrm>
              <a:off x="8474927" y="5651500"/>
              <a:ext cx="0" cy="623888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/>
          </p:nvCxnSpPr>
          <p:spPr>
            <a:xfrm>
              <a:off x="8828049" y="5422900"/>
              <a:ext cx="0" cy="852488"/>
            </a:xfrm>
            <a:prstGeom prst="line">
              <a:avLst/>
            </a:prstGeom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直接连接符 128"/>
            <p:cNvCxnSpPr/>
            <p:nvPr/>
          </p:nvCxnSpPr>
          <p:spPr>
            <a:xfrm>
              <a:off x="8984166" y="4537470"/>
              <a:ext cx="0" cy="1737918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/>
          </p:nvCxnSpPr>
          <p:spPr>
            <a:xfrm>
              <a:off x="10277707" y="5651500"/>
              <a:ext cx="0" cy="623888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/>
          </p:nvCxnSpPr>
          <p:spPr>
            <a:xfrm>
              <a:off x="10786946" y="4895385"/>
              <a:ext cx="0" cy="1380003"/>
            </a:xfrm>
            <a:prstGeom prst="lin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" name="任意多边形 129"/>
            <p:cNvSpPr/>
            <p:nvPr/>
          </p:nvSpPr>
          <p:spPr>
            <a:xfrm>
              <a:off x="7961971" y="4201617"/>
              <a:ext cx="3925229" cy="1831193"/>
            </a:xfrm>
            <a:custGeom>
              <a:avLst/>
              <a:gdLst>
                <a:gd name="connsiteX0" fmla="*/ 0 w 3925229"/>
                <a:gd name="connsiteY0" fmla="*/ 1831193 h 1831193"/>
                <a:gd name="connsiteX1" fmla="*/ 490653 w 3925229"/>
                <a:gd name="connsiteY1" fmla="*/ 1117515 h 1831193"/>
                <a:gd name="connsiteX2" fmla="*/ 802888 w 3925229"/>
                <a:gd name="connsiteY2" fmla="*/ 225417 h 1831193"/>
                <a:gd name="connsiteX3" fmla="*/ 1048214 w 3925229"/>
                <a:gd name="connsiteY3" fmla="*/ 2393 h 1831193"/>
                <a:gd name="connsiteX4" fmla="*/ 1271239 w 3925229"/>
                <a:gd name="connsiteY4" fmla="*/ 314627 h 1831193"/>
                <a:gd name="connsiteX5" fmla="*/ 1449658 w 3925229"/>
                <a:gd name="connsiteY5" fmla="*/ 1407446 h 1831193"/>
                <a:gd name="connsiteX6" fmla="*/ 1717288 w 3925229"/>
                <a:gd name="connsiteY6" fmla="*/ 1675076 h 1831193"/>
                <a:gd name="connsiteX7" fmla="*/ 2051824 w 3925229"/>
                <a:gd name="connsiteY7" fmla="*/ 1496656 h 1831193"/>
                <a:gd name="connsiteX8" fmla="*/ 2430966 w 3925229"/>
                <a:gd name="connsiteY8" fmla="*/ 827583 h 1831193"/>
                <a:gd name="connsiteX9" fmla="*/ 2676292 w 3925229"/>
                <a:gd name="connsiteY9" fmla="*/ 515349 h 1831193"/>
                <a:gd name="connsiteX10" fmla="*/ 2966224 w 3925229"/>
                <a:gd name="connsiteY10" fmla="*/ 493046 h 1831193"/>
                <a:gd name="connsiteX11" fmla="*/ 3233853 w 3925229"/>
                <a:gd name="connsiteY11" fmla="*/ 1028305 h 1831193"/>
                <a:gd name="connsiteX12" fmla="*/ 3523785 w 3925229"/>
                <a:gd name="connsiteY12" fmla="*/ 1585866 h 1831193"/>
                <a:gd name="connsiteX13" fmla="*/ 3791414 w 3925229"/>
                <a:gd name="connsiteY13" fmla="*/ 1741983 h 1831193"/>
                <a:gd name="connsiteX14" fmla="*/ 3925229 w 3925229"/>
                <a:gd name="connsiteY14" fmla="*/ 1786588 h 1831193"/>
                <a:gd name="connsiteX15" fmla="*/ 3858322 w 3925229"/>
                <a:gd name="connsiteY15" fmla="*/ 1764285 h 1831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925229" h="1831193">
                  <a:moveTo>
                    <a:pt x="0" y="1831193"/>
                  </a:moveTo>
                  <a:cubicBezTo>
                    <a:pt x="178419" y="1608168"/>
                    <a:pt x="356838" y="1385144"/>
                    <a:pt x="490653" y="1117515"/>
                  </a:cubicBezTo>
                  <a:cubicBezTo>
                    <a:pt x="624468" y="849886"/>
                    <a:pt x="709961" y="411271"/>
                    <a:pt x="802888" y="225417"/>
                  </a:cubicBezTo>
                  <a:cubicBezTo>
                    <a:pt x="895815" y="39563"/>
                    <a:pt x="970156" y="-12475"/>
                    <a:pt x="1048214" y="2393"/>
                  </a:cubicBezTo>
                  <a:cubicBezTo>
                    <a:pt x="1126273" y="17261"/>
                    <a:pt x="1204332" y="80452"/>
                    <a:pt x="1271239" y="314627"/>
                  </a:cubicBezTo>
                  <a:cubicBezTo>
                    <a:pt x="1338146" y="548802"/>
                    <a:pt x="1375317" y="1180705"/>
                    <a:pt x="1449658" y="1407446"/>
                  </a:cubicBezTo>
                  <a:cubicBezTo>
                    <a:pt x="1523999" y="1634187"/>
                    <a:pt x="1616927" y="1660208"/>
                    <a:pt x="1717288" y="1675076"/>
                  </a:cubicBezTo>
                  <a:cubicBezTo>
                    <a:pt x="1817649" y="1689944"/>
                    <a:pt x="1932878" y="1637905"/>
                    <a:pt x="2051824" y="1496656"/>
                  </a:cubicBezTo>
                  <a:cubicBezTo>
                    <a:pt x="2170770" y="1355407"/>
                    <a:pt x="2326888" y="991134"/>
                    <a:pt x="2430966" y="827583"/>
                  </a:cubicBezTo>
                  <a:cubicBezTo>
                    <a:pt x="2535044" y="664032"/>
                    <a:pt x="2587082" y="571105"/>
                    <a:pt x="2676292" y="515349"/>
                  </a:cubicBezTo>
                  <a:cubicBezTo>
                    <a:pt x="2765502" y="459593"/>
                    <a:pt x="2873297" y="407553"/>
                    <a:pt x="2966224" y="493046"/>
                  </a:cubicBezTo>
                  <a:cubicBezTo>
                    <a:pt x="3059151" y="578539"/>
                    <a:pt x="3140926" y="846169"/>
                    <a:pt x="3233853" y="1028305"/>
                  </a:cubicBezTo>
                  <a:cubicBezTo>
                    <a:pt x="3326780" y="1210441"/>
                    <a:pt x="3430858" y="1466920"/>
                    <a:pt x="3523785" y="1585866"/>
                  </a:cubicBezTo>
                  <a:cubicBezTo>
                    <a:pt x="3616712" y="1704812"/>
                    <a:pt x="3724507" y="1708529"/>
                    <a:pt x="3791414" y="1741983"/>
                  </a:cubicBezTo>
                  <a:cubicBezTo>
                    <a:pt x="3858321" y="1775437"/>
                    <a:pt x="3925229" y="1786588"/>
                    <a:pt x="3925229" y="1786588"/>
                  </a:cubicBezTo>
                  <a:lnTo>
                    <a:pt x="3858322" y="1764285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136" name="对象 1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259184"/>
                </p:ext>
              </p:extLst>
            </p:nvPr>
          </p:nvGraphicFramePr>
          <p:xfrm>
            <a:off x="8373327" y="6372231"/>
            <a:ext cx="2032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1" name="Equation" r:id="rId57" imgW="203040" imgH="215640" progId="Equation.DSMT4">
                    <p:embed/>
                  </p:oleObj>
                </mc:Choice>
                <mc:Fallback>
                  <p:oleObj name="Equation" r:id="rId57" imgW="203040" imgH="215640" progId="Equation.DSMT4">
                    <p:embed/>
                    <p:pic>
                      <p:nvPicPr>
                        <p:cNvPr id="90" name="对象 89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8373327" y="6372231"/>
                          <a:ext cx="2032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7" name="对象 1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0634145"/>
                </p:ext>
              </p:extLst>
            </p:nvPr>
          </p:nvGraphicFramePr>
          <p:xfrm>
            <a:off x="8732643" y="6308731"/>
            <a:ext cx="1905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2" name="Equation" r:id="rId58" imgW="190440" imgH="279360" progId="Equation.DSMT4">
                    <p:embed/>
                  </p:oleObj>
                </mc:Choice>
                <mc:Fallback>
                  <p:oleObj name="Equation" r:id="rId58" imgW="190440" imgH="279360" progId="Equation.DSMT4">
                    <p:embed/>
                    <p:pic>
                      <p:nvPicPr>
                        <p:cNvPr id="94" name="对象 93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8732643" y="6308731"/>
                          <a:ext cx="1905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8" name="对象 1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6674054"/>
                </p:ext>
              </p:extLst>
            </p:nvPr>
          </p:nvGraphicFramePr>
          <p:xfrm>
            <a:off x="8935696" y="6368663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3" name="Equation" r:id="rId59" imgW="177480" imgH="215640" progId="Equation.DSMT4">
                    <p:embed/>
                  </p:oleObj>
                </mc:Choice>
                <mc:Fallback>
                  <p:oleObj name="Equation" r:id="rId59" imgW="177480" imgH="215640" progId="Equation.DSMT4">
                    <p:embed/>
                    <p:pic>
                      <p:nvPicPr>
                        <p:cNvPr id="97" name="对象 96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8935696" y="6368663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对象 1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24664707"/>
                </p:ext>
              </p:extLst>
            </p:nvPr>
          </p:nvGraphicFramePr>
          <p:xfrm>
            <a:off x="10060909" y="6321563"/>
            <a:ext cx="215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4" name="Equation" r:id="rId60" imgW="215640" imgH="279360" progId="Equation.DSMT4">
                    <p:embed/>
                  </p:oleObj>
                </mc:Choice>
                <mc:Fallback>
                  <p:oleObj name="Equation" r:id="rId60" imgW="215640" imgH="279360" progId="Equation.DSMT4">
                    <p:embed/>
                    <p:pic>
                      <p:nvPicPr>
                        <p:cNvPr id="100" name="对象 99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060909" y="6321563"/>
                          <a:ext cx="215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0" name="对象 1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4538544"/>
                </p:ext>
              </p:extLst>
            </p:nvPr>
          </p:nvGraphicFramePr>
          <p:xfrm>
            <a:off x="10297161" y="6372889"/>
            <a:ext cx="177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5" name="Equation" r:id="rId61" imgW="177480" imgH="215640" progId="Equation.DSMT4">
                    <p:embed/>
                  </p:oleObj>
                </mc:Choice>
                <mc:Fallback>
                  <p:oleObj name="Equation" r:id="rId61" imgW="177480" imgH="215640" progId="Equation.DSMT4">
                    <p:embed/>
                    <p:pic>
                      <p:nvPicPr>
                        <p:cNvPr id="103" name="对象 102"/>
                        <p:cNvPicPr/>
                        <p:nvPr/>
                      </p:nvPicPr>
                      <p:blipFill>
                        <a:blip r:embed="rId47"/>
                        <a:stretch>
                          <a:fillRect/>
                        </a:stretch>
                      </p:blipFill>
                      <p:spPr>
                        <a:xfrm>
                          <a:off x="10297161" y="6372889"/>
                          <a:ext cx="177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1" name="对象 1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05526416"/>
                </p:ext>
              </p:extLst>
            </p:nvPr>
          </p:nvGraphicFramePr>
          <p:xfrm>
            <a:off x="10497793" y="6289813"/>
            <a:ext cx="266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6" name="Equation" r:id="rId62" imgW="266400" imgH="342720" progId="Equation.DSMT4">
                    <p:embed/>
                  </p:oleObj>
                </mc:Choice>
                <mc:Fallback>
                  <p:oleObj name="Equation" r:id="rId62" imgW="266400" imgH="342720" progId="Equation.DSMT4">
                    <p:embed/>
                    <p:pic>
                      <p:nvPicPr>
                        <p:cNvPr id="106" name="对象 105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10497793" y="6289813"/>
                          <a:ext cx="266700" cy="342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2" name="对象 1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9428857"/>
                </p:ext>
              </p:extLst>
            </p:nvPr>
          </p:nvGraphicFramePr>
          <p:xfrm>
            <a:off x="10786946" y="6345290"/>
            <a:ext cx="2286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407" name="Equation" r:id="rId63" imgW="228600" imgH="279360" progId="Equation.DSMT4">
                    <p:embed/>
                  </p:oleObj>
                </mc:Choice>
                <mc:Fallback>
                  <p:oleObj name="Equation" r:id="rId63" imgW="228600" imgH="279360" progId="Equation.DSMT4">
                    <p:embed/>
                    <p:pic>
                      <p:nvPicPr>
                        <p:cNvPr id="109" name="对象 108"/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10786946" y="6345290"/>
                          <a:ext cx="2286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079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第九讲 碱金属原子</a:t>
            </a:r>
          </a:p>
        </p:txBody>
      </p:sp>
      <p:sp>
        <p:nvSpPr>
          <p:cNvPr id="117763" name="内容占位符 2"/>
          <p:cNvSpPr txBox="1">
            <a:spLocks/>
          </p:cNvSpPr>
          <p:nvPr/>
        </p:nvSpPr>
        <p:spPr bwMode="auto">
          <a:xfrm>
            <a:off x="1298576" y="1284288"/>
            <a:ext cx="388750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8497B0"/>
              </a:buClr>
              <a:buSzPct val="100000"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9.3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光谱的精细结构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17764" name="文本框 3"/>
          <p:cNvSpPr txBox="1">
            <a:spLocks noChangeArrowheads="1"/>
          </p:cNvSpPr>
          <p:nvPr/>
        </p:nvSpPr>
        <p:spPr bwMode="auto">
          <a:xfrm>
            <a:off x="865188" y="1836738"/>
            <a:ext cx="421301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兰姆位移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——2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不简并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68" y="3204978"/>
            <a:ext cx="4692936" cy="2291047"/>
          </a:xfrm>
          <a:prstGeom prst="rect">
            <a:avLst/>
          </a:prstGeom>
        </p:spPr>
      </p:pic>
      <p:sp>
        <p:nvSpPr>
          <p:cNvPr id="91" name="文本框 3"/>
          <p:cNvSpPr txBox="1">
            <a:spLocks noChangeArrowheads="1"/>
          </p:cNvSpPr>
          <p:nvPr/>
        </p:nvSpPr>
        <p:spPr bwMode="auto">
          <a:xfrm>
            <a:off x="864067" y="2376479"/>
            <a:ext cx="297389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高分辨率观测下</a:t>
            </a:r>
            <a:endParaRPr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比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baseline="30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P</a:t>
            </a:r>
            <a:r>
              <a:rPr lang="en-US" altLang="zh-CN" b="1" baseline="-25000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1/2 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高</a:t>
            </a: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1000MHz</a:t>
            </a:r>
            <a:endParaRPr lang="zh-CN" altLang="en-US" b="1" baseline="300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04" y="879512"/>
            <a:ext cx="6557996" cy="544174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806" y="666590"/>
            <a:ext cx="5339007" cy="5909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8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91" grpId="0"/>
    </p:bld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5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30114</TotalTime>
  <Words>2520</Words>
  <Application>Microsoft Office PowerPoint</Application>
  <PresentationFormat>宽屏</PresentationFormat>
  <Paragraphs>194</Paragraphs>
  <Slides>30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30</vt:i4>
      </vt:variant>
    </vt:vector>
  </HeadingPairs>
  <TitlesOfParts>
    <vt:vector size="49" baseType="lpstr">
      <vt:lpstr>HGB2X_CNKI</vt:lpstr>
      <vt:lpstr>等线</vt:lpstr>
      <vt:lpstr>方正新书宋简体</vt:lpstr>
      <vt:lpstr>宋体</vt:lpstr>
      <vt:lpstr>微软雅黑</vt:lpstr>
      <vt:lpstr>Arial</vt:lpstr>
      <vt:lpstr>Calibri</vt:lpstr>
      <vt:lpstr>Century Gothic</vt:lpstr>
      <vt:lpstr>Symbol</vt:lpstr>
      <vt:lpstr>Times New Roman</vt:lpstr>
      <vt:lpstr>Wingdings</vt:lpstr>
      <vt:lpstr>Wingdings 3</vt:lpstr>
      <vt:lpstr>母版尝试</vt:lpstr>
      <vt:lpstr>2_Office 主题​​</vt:lpstr>
      <vt:lpstr>母版尝试-无校徽</vt:lpstr>
      <vt:lpstr>3_Office 主题​​</vt:lpstr>
      <vt:lpstr>4_Office 主题​​</vt:lpstr>
      <vt:lpstr>Equation</vt:lpstr>
      <vt:lpstr>Microsoft 公式 3.0</vt:lpstr>
      <vt:lpstr>近代物理学选讲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  <vt:lpstr>第九讲 碱金属原子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1226</cp:revision>
  <dcterms:created xsi:type="dcterms:W3CDTF">2017-02-21T13:54:52Z</dcterms:created>
  <dcterms:modified xsi:type="dcterms:W3CDTF">2022-04-06T04:07:05Z</dcterms:modified>
</cp:coreProperties>
</file>