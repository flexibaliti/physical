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072" r:id="rId1"/>
    <p:sldMasterId id="2147485076" r:id="rId2"/>
    <p:sldMasterId id="2147485088" r:id="rId3"/>
    <p:sldMasterId id="2147485078" r:id="rId4"/>
    <p:sldMasterId id="2147485080" r:id="rId5"/>
    <p:sldMasterId id="2147485084" r:id="rId6"/>
    <p:sldMasterId id="2147485086" r:id="rId7"/>
  </p:sldMasterIdLst>
  <p:sldIdLst>
    <p:sldId id="256" r:id="rId8"/>
    <p:sldId id="340" r:id="rId9"/>
    <p:sldId id="342" r:id="rId10"/>
    <p:sldId id="343" r:id="rId11"/>
    <p:sldId id="344" r:id="rId12"/>
    <p:sldId id="345" r:id="rId13"/>
    <p:sldId id="346" r:id="rId14"/>
    <p:sldId id="347" r:id="rId15"/>
    <p:sldId id="348" r:id="rId16"/>
    <p:sldId id="349" r:id="rId17"/>
    <p:sldId id="351" r:id="rId18"/>
    <p:sldId id="352" r:id="rId19"/>
    <p:sldId id="353" r:id="rId20"/>
    <p:sldId id="354" r:id="rId21"/>
    <p:sldId id="420" r:id="rId22"/>
    <p:sldId id="350" r:id="rId23"/>
    <p:sldId id="421" r:id="rId24"/>
    <p:sldId id="357" r:id="rId25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modifyVerifier cryptProviderType="rsaAES" cryptAlgorithmClass="hash" cryptAlgorithmType="typeAny" cryptAlgorithmSid="14" spinCount="100000" saltData="h02d1Z/+UJ8fSGfX3cXckQ==" hashData="AkQ2KSAHON1NnDJ7FP9OcacKK6IBUG+/aRwx5PXmbbuxxU/t5lYG7fDOX2zuLOCFwbCbjzSfxMSC2dxkfIrSUQ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00FF00"/>
    <a:srgbClr val="FF9900"/>
    <a:srgbClr val="41B0B9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DBED569-4797-4DF1-A0F4-6AAB3CD982D8}" styleName="浅色样式 3 - 强调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浅色样式 2 - 强调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D113A9D2-9D6B-4929-AA2D-F23B5EE8CBE7}" styleName="主题样式 2 - 强调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59" autoAdjust="0"/>
    <p:restoredTop sz="95455" autoAdjust="0"/>
  </p:normalViewPr>
  <p:slideViewPr>
    <p:cSldViewPr snapToGrid="0">
      <p:cViewPr varScale="1">
        <p:scale>
          <a:sx n="74" d="100"/>
          <a:sy n="74" d="100"/>
        </p:scale>
        <p:origin x="408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slide" Target="slides/slide18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24" Type="http://schemas.openxmlformats.org/officeDocument/2006/relationships/slide" Target="slides/slide17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8.xml"/><Relationship Id="rId23" Type="http://schemas.openxmlformats.org/officeDocument/2006/relationships/slide" Target="slides/slide16.xml"/><Relationship Id="rId28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slide" Target="slides/slide15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image" Target="../media/image20.wmf"/><Relationship Id="rId7" Type="http://schemas.openxmlformats.org/officeDocument/2006/relationships/image" Target="../media/image24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6" Type="http://schemas.openxmlformats.org/officeDocument/2006/relationships/image" Target="../media/image23.wmf"/><Relationship Id="rId5" Type="http://schemas.openxmlformats.org/officeDocument/2006/relationships/image" Target="../media/image22.wmf"/><Relationship Id="rId4" Type="http://schemas.openxmlformats.org/officeDocument/2006/relationships/image" Target="../media/image21.wmf"/><Relationship Id="rId9" Type="http://schemas.openxmlformats.org/officeDocument/2006/relationships/image" Target="../media/image26.wmf"/></Relationships>
</file>

<file path=ppt/drawings/_rels/vmlDrawing4.v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3" Type="http://schemas.openxmlformats.org/officeDocument/2006/relationships/image" Target="../media/image29.wmf"/><Relationship Id="rId7" Type="http://schemas.openxmlformats.org/officeDocument/2006/relationships/image" Target="../media/image33.wmf"/><Relationship Id="rId2" Type="http://schemas.openxmlformats.org/officeDocument/2006/relationships/image" Target="../media/image28.wmf"/><Relationship Id="rId1" Type="http://schemas.openxmlformats.org/officeDocument/2006/relationships/image" Target="../media/image27.wmf"/><Relationship Id="rId6" Type="http://schemas.openxmlformats.org/officeDocument/2006/relationships/image" Target="../media/image32.wmf"/><Relationship Id="rId5" Type="http://schemas.openxmlformats.org/officeDocument/2006/relationships/image" Target="../media/image31.wmf"/><Relationship Id="rId10" Type="http://schemas.openxmlformats.org/officeDocument/2006/relationships/image" Target="../media/image36.wmf"/><Relationship Id="rId4" Type="http://schemas.openxmlformats.org/officeDocument/2006/relationships/image" Target="../media/image30.wmf"/><Relationship Id="rId9" Type="http://schemas.openxmlformats.org/officeDocument/2006/relationships/image" Target="../media/image35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13" Type="http://schemas.openxmlformats.org/officeDocument/2006/relationships/image" Target="../media/image49.wmf"/><Relationship Id="rId3" Type="http://schemas.openxmlformats.org/officeDocument/2006/relationships/image" Target="../media/image39.wmf"/><Relationship Id="rId7" Type="http://schemas.openxmlformats.org/officeDocument/2006/relationships/image" Target="../media/image43.wmf"/><Relationship Id="rId12" Type="http://schemas.openxmlformats.org/officeDocument/2006/relationships/image" Target="../media/image48.wmf"/><Relationship Id="rId2" Type="http://schemas.openxmlformats.org/officeDocument/2006/relationships/image" Target="../media/image38.wmf"/><Relationship Id="rId1" Type="http://schemas.openxmlformats.org/officeDocument/2006/relationships/image" Target="../media/image37.wmf"/><Relationship Id="rId6" Type="http://schemas.openxmlformats.org/officeDocument/2006/relationships/image" Target="../media/image42.wmf"/><Relationship Id="rId11" Type="http://schemas.openxmlformats.org/officeDocument/2006/relationships/image" Target="../media/image47.wmf"/><Relationship Id="rId5" Type="http://schemas.openxmlformats.org/officeDocument/2006/relationships/image" Target="../media/image41.wmf"/><Relationship Id="rId10" Type="http://schemas.openxmlformats.org/officeDocument/2006/relationships/image" Target="../media/image46.wmf"/><Relationship Id="rId4" Type="http://schemas.openxmlformats.org/officeDocument/2006/relationships/image" Target="../media/image40.wmf"/><Relationship Id="rId9" Type="http://schemas.openxmlformats.org/officeDocument/2006/relationships/image" Target="../media/image45.wmf"/><Relationship Id="rId14" Type="http://schemas.openxmlformats.org/officeDocument/2006/relationships/image" Target="../media/image50.e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Relationship Id="rId4" Type="http://schemas.openxmlformats.org/officeDocument/2006/relationships/image" Target="../media/image54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62.wmf"/><Relationship Id="rId3" Type="http://schemas.openxmlformats.org/officeDocument/2006/relationships/image" Target="../media/image57.wmf"/><Relationship Id="rId7" Type="http://schemas.openxmlformats.org/officeDocument/2006/relationships/image" Target="../media/image61.wmf"/><Relationship Id="rId2" Type="http://schemas.openxmlformats.org/officeDocument/2006/relationships/image" Target="../media/image56.wmf"/><Relationship Id="rId1" Type="http://schemas.openxmlformats.org/officeDocument/2006/relationships/image" Target="../media/image55.wmf"/><Relationship Id="rId6" Type="http://schemas.openxmlformats.org/officeDocument/2006/relationships/image" Target="../media/image60.wmf"/><Relationship Id="rId5" Type="http://schemas.openxmlformats.org/officeDocument/2006/relationships/image" Target="../media/image59.wmf"/><Relationship Id="rId4" Type="http://schemas.openxmlformats.org/officeDocument/2006/relationships/image" Target="../media/image58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65.wmf"/><Relationship Id="rId2" Type="http://schemas.openxmlformats.org/officeDocument/2006/relationships/image" Target="../media/image64.wmf"/><Relationship Id="rId1" Type="http://schemas.openxmlformats.org/officeDocument/2006/relationships/image" Target="../media/image63.wmf"/><Relationship Id="rId4" Type="http://schemas.openxmlformats.org/officeDocument/2006/relationships/image" Target="../media/image66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69.wmf"/><Relationship Id="rId2" Type="http://schemas.openxmlformats.org/officeDocument/2006/relationships/image" Target="../media/image68.wmf"/><Relationship Id="rId1" Type="http://schemas.openxmlformats.org/officeDocument/2006/relationships/image" Target="../media/image67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2" Type="http://schemas.openxmlformats.org/officeDocument/2006/relationships/image" Target="../media/image72.wmf"/><Relationship Id="rId1" Type="http://schemas.openxmlformats.org/officeDocument/2006/relationships/image" Target="../media/image71.wmf"/><Relationship Id="rId4" Type="http://schemas.openxmlformats.org/officeDocument/2006/relationships/image" Target="../media/image74.wmf"/></Relationships>
</file>

<file path=ppt/drawings/_rels/vmlDrawing11.vml.rels><?xml version="1.0" encoding="UTF-8" standalone="yes"?>
<Relationships xmlns="http://schemas.openxmlformats.org/package/2006/relationships"><Relationship Id="rId2" Type="http://schemas.openxmlformats.org/officeDocument/2006/relationships/image" Target="../media/image76.wmf"/><Relationship Id="rId1" Type="http://schemas.openxmlformats.org/officeDocument/2006/relationships/image" Target="../media/image75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8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2.wmf"/><Relationship Id="rId7" Type="http://schemas.openxmlformats.org/officeDocument/2006/relationships/image" Target="../media/image86.wmf"/><Relationship Id="rId2" Type="http://schemas.openxmlformats.org/officeDocument/2006/relationships/image" Target="../media/image81.wmf"/><Relationship Id="rId1" Type="http://schemas.openxmlformats.org/officeDocument/2006/relationships/image" Target="../media/image80.wmf"/><Relationship Id="rId6" Type="http://schemas.openxmlformats.org/officeDocument/2006/relationships/image" Target="../media/image85.wmf"/><Relationship Id="rId5" Type="http://schemas.openxmlformats.org/officeDocument/2006/relationships/image" Target="../media/image84.wmf"/><Relationship Id="rId4" Type="http://schemas.openxmlformats.org/officeDocument/2006/relationships/image" Target="../media/image83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88.wmf"/><Relationship Id="rId1" Type="http://schemas.openxmlformats.org/officeDocument/2006/relationships/image" Target="../media/image87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355940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6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861494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  <a:lvl2pPr marL="457194" indent="0" algn="ctr">
              <a:buNone/>
              <a:defRPr sz="2000"/>
            </a:lvl2pPr>
            <a:lvl3pPr marL="914389" indent="0" algn="ctr">
              <a:buNone/>
              <a:defRPr sz="1800"/>
            </a:lvl3pPr>
            <a:lvl4pPr marL="1371583" indent="0" algn="ctr">
              <a:buNone/>
              <a:defRPr sz="1600"/>
            </a:lvl4pPr>
            <a:lvl5pPr marL="1828777" indent="0" algn="ctr">
              <a:buNone/>
              <a:defRPr sz="1600"/>
            </a:lvl5pPr>
            <a:lvl6pPr marL="2285971" indent="0" algn="ctr">
              <a:buNone/>
              <a:defRPr sz="1600"/>
            </a:lvl6pPr>
            <a:lvl7pPr marL="2743167" indent="0" algn="ctr">
              <a:buNone/>
              <a:defRPr sz="1600"/>
            </a:lvl7pPr>
            <a:lvl8pPr marL="3200361" indent="0" algn="ctr">
              <a:buNone/>
              <a:defRPr sz="1600"/>
            </a:lvl8pPr>
            <a:lvl9pPr marL="3657555" indent="0" algn="ctr">
              <a:buNone/>
              <a:defRPr sz="1600"/>
            </a:lvl9pPr>
          </a:lstStyle>
          <a:p>
            <a:r>
              <a:rPr lang="zh-CN" altLang="en-US" dirty="0" smtClean="0"/>
              <a:t>单击以编辑母版副标题样式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80332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335431" y="478818"/>
            <a:ext cx="9952515" cy="801388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25000"/>
              </a:lnSpc>
              <a:defRPr sz="4200"/>
            </a:lvl1pPr>
          </a:lstStyle>
          <a:p>
            <a:pPr eaLnBrk="1" hangingPunct="1"/>
            <a:r>
              <a:rPr lang="zh-CN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一级标题</a:t>
            </a:r>
          </a:p>
        </p:txBody>
      </p:sp>
    </p:spTree>
    <p:extLst>
      <p:ext uri="{BB962C8B-B14F-4D97-AF65-F5344CB8AC3E}">
        <p14:creationId xmlns:p14="http://schemas.microsoft.com/office/powerpoint/2010/main" val="26253170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lnSpc>
                <a:spcPct val="125000"/>
              </a:lnSpc>
              <a:defRPr sz="42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Clr>
                <a:srgbClr val="41B0B9"/>
              </a:buClr>
              <a:buFont typeface="Times New Roman" panose="02020603050405020304" pitchFamily="18" charset="0"/>
              <a:buChar char="►"/>
              <a:defRPr sz="24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  <a:lvl2pPr marL="685800" indent="-228600">
              <a:buClr>
                <a:srgbClr val="41B0B9"/>
              </a:buClr>
              <a:buFont typeface="Times New Roman" panose="02020603050405020304" pitchFamily="18" charset="0"/>
              <a:buChar char="►"/>
              <a:defRPr sz="20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2pPr>
            <a:lvl3pPr marL="1143000" indent="-228600">
              <a:buClr>
                <a:srgbClr val="41B0B9"/>
              </a:buClr>
              <a:buFont typeface="Times New Roman" panose="02020603050405020304" pitchFamily="18" charset="0"/>
              <a:buChar char="►"/>
              <a:defRPr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3pPr>
            <a:lvl4pPr marL="1600200" indent="-228600">
              <a:buClr>
                <a:srgbClr val="41B0B9"/>
              </a:buClr>
              <a:buFont typeface="Times New Roman" panose="02020603050405020304" pitchFamily="18" charset="0"/>
              <a:buChar char="►"/>
              <a:defRPr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4pPr>
            <a:lvl5pPr marL="2057400" indent="-228600">
              <a:buClr>
                <a:srgbClr val="41B0B9"/>
              </a:buClr>
              <a:buFont typeface="Times New Roman" panose="02020603050405020304" pitchFamily="18" charset="0"/>
              <a:buChar char="►"/>
              <a:defRPr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7546226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355940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6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861494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  <a:lvl2pPr marL="457194" indent="0" algn="ctr">
              <a:buNone/>
              <a:defRPr sz="2000"/>
            </a:lvl2pPr>
            <a:lvl3pPr marL="914389" indent="0" algn="ctr">
              <a:buNone/>
              <a:defRPr sz="1800"/>
            </a:lvl3pPr>
            <a:lvl4pPr marL="1371583" indent="0" algn="ctr">
              <a:buNone/>
              <a:defRPr sz="1600"/>
            </a:lvl4pPr>
            <a:lvl5pPr marL="1828777" indent="0" algn="ctr">
              <a:buNone/>
              <a:defRPr sz="1600"/>
            </a:lvl5pPr>
            <a:lvl6pPr marL="2285971" indent="0" algn="ctr">
              <a:buNone/>
              <a:defRPr sz="1600"/>
            </a:lvl6pPr>
            <a:lvl7pPr marL="2743167" indent="0" algn="ctr">
              <a:buNone/>
              <a:defRPr sz="1600"/>
            </a:lvl7pPr>
            <a:lvl8pPr marL="3200361" indent="0" algn="ctr">
              <a:buNone/>
              <a:defRPr sz="1600"/>
            </a:lvl8pPr>
            <a:lvl9pPr marL="3657555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34336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355940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6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861494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  <a:lvl2pPr marL="457194" indent="0" algn="ctr">
              <a:buNone/>
              <a:defRPr sz="2000"/>
            </a:lvl2pPr>
            <a:lvl3pPr marL="914389" indent="0" algn="ctr">
              <a:buNone/>
              <a:defRPr sz="1800"/>
            </a:lvl3pPr>
            <a:lvl4pPr marL="1371583" indent="0" algn="ctr">
              <a:buNone/>
              <a:defRPr sz="1600"/>
            </a:lvl4pPr>
            <a:lvl5pPr marL="1828777" indent="0" algn="ctr">
              <a:buNone/>
              <a:defRPr sz="1600"/>
            </a:lvl5pPr>
            <a:lvl6pPr marL="2285971" indent="0" algn="ctr">
              <a:buNone/>
              <a:defRPr sz="1600"/>
            </a:lvl6pPr>
            <a:lvl7pPr marL="2743167" indent="0" algn="ctr">
              <a:buNone/>
              <a:defRPr sz="1600"/>
            </a:lvl7pPr>
            <a:lvl8pPr marL="3200361" indent="0" algn="ctr">
              <a:buNone/>
              <a:defRPr sz="1600"/>
            </a:lvl8pPr>
            <a:lvl9pPr marL="3657555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87918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683774" y="478818"/>
            <a:ext cx="9952515" cy="801388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4233"/>
            </a:lvl1pPr>
          </a:lstStyle>
          <a:p>
            <a:pPr eaLnBrk="1" hangingPunct="1"/>
            <a:r>
              <a:rPr lang="zh-CN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一级标题</a:t>
            </a:r>
          </a:p>
        </p:txBody>
      </p:sp>
    </p:spTree>
    <p:extLst>
      <p:ext uri="{BB962C8B-B14F-4D97-AF65-F5344CB8AC3E}">
        <p14:creationId xmlns:p14="http://schemas.microsoft.com/office/powerpoint/2010/main" val="32518302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2355940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6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4861494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 b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defRPr>
            </a:lvl1pPr>
            <a:lvl2pPr marL="457194" indent="0" algn="ctr">
              <a:buNone/>
              <a:defRPr sz="2000"/>
            </a:lvl2pPr>
            <a:lvl3pPr marL="914389" indent="0" algn="ctr">
              <a:buNone/>
              <a:defRPr sz="1800"/>
            </a:lvl3pPr>
            <a:lvl4pPr marL="1371583" indent="0" algn="ctr">
              <a:buNone/>
              <a:defRPr sz="1600"/>
            </a:lvl4pPr>
            <a:lvl5pPr marL="1828777" indent="0" algn="ctr">
              <a:buNone/>
              <a:defRPr sz="1600"/>
            </a:lvl5pPr>
            <a:lvl6pPr marL="2285971" indent="0" algn="ctr">
              <a:buNone/>
              <a:defRPr sz="1600"/>
            </a:lvl6pPr>
            <a:lvl7pPr marL="2743167" indent="0" algn="ctr">
              <a:buNone/>
              <a:defRPr sz="1600"/>
            </a:lvl7pPr>
            <a:lvl8pPr marL="3200361" indent="0" algn="ctr">
              <a:buNone/>
              <a:defRPr sz="1600"/>
            </a:lvl8pPr>
            <a:lvl9pPr marL="3657555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95240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emf"/><Relationship Id="rId4" Type="http://schemas.openxmlformats.org/officeDocument/2006/relationships/image" Target="../media/image2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emf"/><Relationship Id="rId4" Type="http://schemas.openxmlformats.org/officeDocument/2006/relationships/image" Target="../media/image1.emf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emf"/><Relationship Id="rId4" Type="http://schemas.openxmlformats.org/officeDocument/2006/relationships/image" Target="../media/image1.emf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emf"/><Relationship Id="rId4" Type="http://schemas.openxmlformats.org/officeDocument/2006/relationships/image" Target="../media/image3.emf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emf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emf"/><Relationship Id="rId4" Type="http://schemas.openxmlformats.org/officeDocument/2006/relationships/image" Target="../media/image1.emf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/>
          </p:cNvPicPr>
          <p:nvPr/>
        </p:nvPicPr>
        <p:blipFill rotWithShape="1">
          <a:blip r:embed="rId3"/>
          <a:srcRect l="-1" r="156" b="79277"/>
          <a:stretch/>
        </p:blipFill>
        <p:spPr>
          <a:xfrm>
            <a:off x="0" y="682724"/>
            <a:ext cx="12192000" cy="1605600"/>
          </a:xfrm>
          <a:prstGeom prst="rect">
            <a:avLst/>
          </a:prstGeom>
        </p:spPr>
      </p:pic>
      <p:pic>
        <p:nvPicPr>
          <p:cNvPr id="8" name="图片 7"/>
          <p:cNvPicPr>
            <a:picLocks/>
          </p:cNvPicPr>
          <p:nvPr/>
        </p:nvPicPr>
        <p:blipFill rotWithShape="1">
          <a:blip r:embed="rId3"/>
          <a:srcRect r="117" b="79277"/>
          <a:stretch/>
        </p:blipFill>
        <p:spPr>
          <a:xfrm flipH="1">
            <a:off x="0" y="502725"/>
            <a:ext cx="12192000" cy="1800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911" y="1013641"/>
            <a:ext cx="2881494" cy="9144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0936" y="1456441"/>
            <a:ext cx="2501064" cy="81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840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73" r:id="rId1"/>
  </p:sldLayoutIdLst>
  <p:timing>
    <p:tnLst>
      <p:par>
        <p:cTn id="1" dur="indefinite" restart="never" nodeType="tmRoot"/>
      </p:par>
    </p:tnLst>
  </p:timing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9690936" y="6040800"/>
            <a:ext cx="2501064" cy="817200"/>
          </a:xfrm>
          <a:prstGeom prst="rect">
            <a:avLst/>
          </a:prstGeom>
        </p:spPr>
      </p:pic>
      <p:pic>
        <p:nvPicPr>
          <p:cNvPr id="43" name="图片 42"/>
          <p:cNvPicPr>
            <a:picLocks/>
          </p:cNvPicPr>
          <p:nvPr/>
        </p:nvPicPr>
        <p:blipFill rotWithShape="1">
          <a:blip r:embed="rId4"/>
          <a:srcRect b="40414"/>
          <a:stretch/>
        </p:blipFill>
        <p:spPr>
          <a:xfrm>
            <a:off x="0" y="122329"/>
            <a:ext cx="12191484" cy="344488"/>
          </a:xfrm>
          <a:custGeom>
            <a:avLst/>
            <a:gdLst>
              <a:gd name="connsiteX0" fmla="*/ 11320859 w 11520000"/>
              <a:gd name="connsiteY0" fmla="*/ 268405 h 325509"/>
              <a:gd name="connsiteX1" fmla="*/ 11520000 w 11520000"/>
              <a:gd name="connsiteY1" fmla="*/ 268405 h 325509"/>
              <a:gd name="connsiteX2" fmla="*/ 11520000 w 11520000"/>
              <a:gd name="connsiteY2" fmla="*/ 325509 h 325509"/>
              <a:gd name="connsiteX3" fmla="*/ 11296840 w 11520000"/>
              <a:gd name="connsiteY3" fmla="*/ 325509 h 325509"/>
              <a:gd name="connsiteX4" fmla="*/ 11316728 w 11520000"/>
              <a:gd name="connsiteY4" fmla="*/ 288869 h 325509"/>
              <a:gd name="connsiteX5" fmla="*/ 0 w 11520000"/>
              <a:gd name="connsiteY5" fmla="*/ 268405 h 325509"/>
              <a:gd name="connsiteX6" fmla="*/ 10715519 w 11520000"/>
              <a:gd name="connsiteY6" fmla="*/ 268405 h 325509"/>
              <a:gd name="connsiteX7" fmla="*/ 10719650 w 11520000"/>
              <a:gd name="connsiteY7" fmla="*/ 288869 h 325509"/>
              <a:gd name="connsiteX8" fmla="*/ 10739538 w 11520000"/>
              <a:gd name="connsiteY8" fmla="*/ 325509 h 325509"/>
              <a:gd name="connsiteX9" fmla="*/ 0 w 11520000"/>
              <a:gd name="connsiteY9" fmla="*/ 325509 h 325509"/>
              <a:gd name="connsiteX10" fmla="*/ 11342049 w 11520000"/>
              <a:gd name="connsiteY10" fmla="*/ 163448 h 325509"/>
              <a:gd name="connsiteX11" fmla="*/ 11520000 w 11520000"/>
              <a:gd name="connsiteY11" fmla="*/ 163448 h 325509"/>
              <a:gd name="connsiteX12" fmla="*/ 11520000 w 11520000"/>
              <a:gd name="connsiteY12" fmla="*/ 218165 h 325509"/>
              <a:gd name="connsiteX13" fmla="*/ 11331002 w 11520000"/>
              <a:gd name="connsiteY13" fmla="*/ 218165 h 325509"/>
              <a:gd name="connsiteX14" fmla="*/ 0 w 11520000"/>
              <a:gd name="connsiteY14" fmla="*/ 163448 h 325509"/>
              <a:gd name="connsiteX15" fmla="*/ 10694329 w 11520000"/>
              <a:gd name="connsiteY15" fmla="*/ 163448 h 325509"/>
              <a:gd name="connsiteX16" fmla="*/ 10705376 w 11520000"/>
              <a:gd name="connsiteY16" fmla="*/ 218165 h 325509"/>
              <a:gd name="connsiteX17" fmla="*/ 0 w 11520000"/>
              <a:gd name="connsiteY17" fmla="*/ 218165 h 325509"/>
              <a:gd name="connsiteX18" fmla="*/ 11296841 w 11520000"/>
              <a:gd name="connsiteY18" fmla="*/ 0 h 325509"/>
              <a:gd name="connsiteX19" fmla="*/ 11520000 w 11520000"/>
              <a:gd name="connsiteY19" fmla="*/ 0 h 325509"/>
              <a:gd name="connsiteX20" fmla="*/ 11520000 w 11520000"/>
              <a:gd name="connsiteY20" fmla="*/ 113207 h 325509"/>
              <a:gd name="connsiteX21" fmla="*/ 11332186 w 11520000"/>
              <a:gd name="connsiteY21" fmla="*/ 113207 h 325509"/>
              <a:gd name="connsiteX22" fmla="*/ 11316728 w 11520000"/>
              <a:gd name="connsiteY22" fmla="*/ 36639 h 325509"/>
              <a:gd name="connsiteX23" fmla="*/ 0 w 11520000"/>
              <a:gd name="connsiteY23" fmla="*/ 0 h 325509"/>
              <a:gd name="connsiteX24" fmla="*/ 10739537 w 11520000"/>
              <a:gd name="connsiteY24" fmla="*/ 0 h 325509"/>
              <a:gd name="connsiteX25" fmla="*/ 10719650 w 11520000"/>
              <a:gd name="connsiteY25" fmla="*/ 36639 h 325509"/>
              <a:gd name="connsiteX26" fmla="*/ 10704192 w 11520000"/>
              <a:gd name="connsiteY26" fmla="*/ 113207 h 325509"/>
              <a:gd name="connsiteX27" fmla="*/ 0 w 11520000"/>
              <a:gd name="connsiteY27" fmla="*/ 113207 h 325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1520000" h="325509">
                <a:moveTo>
                  <a:pt x="11320859" y="268405"/>
                </a:moveTo>
                <a:lnTo>
                  <a:pt x="11520000" y="268405"/>
                </a:lnTo>
                <a:lnTo>
                  <a:pt x="11520000" y="325509"/>
                </a:lnTo>
                <a:lnTo>
                  <a:pt x="11296840" y="325509"/>
                </a:lnTo>
                <a:lnTo>
                  <a:pt x="11316728" y="288869"/>
                </a:lnTo>
                <a:close/>
                <a:moveTo>
                  <a:pt x="0" y="268405"/>
                </a:moveTo>
                <a:lnTo>
                  <a:pt x="10715519" y="268405"/>
                </a:lnTo>
                <a:lnTo>
                  <a:pt x="10719650" y="288869"/>
                </a:lnTo>
                <a:lnTo>
                  <a:pt x="10739538" y="325509"/>
                </a:lnTo>
                <a:lnTo>
                  <a:pt x="0" y="325509"/>
                </a:lnTo>
                <a:close/>
                <a:moveTo>
                  <a:pt x="11342049" y="163448"/>
                </a:moveTo>
                <a:lnTo>
                  <a:pt x="11520000" y="163448"/>
                </a:lnTo>
                <a:lnTo>
                  <a:pt x="11520000" y="218165"/>
                </a:lnTo>
                <a:lnTo>
                  <a:pt x="11331002" y="218165"/>
                </a:lnTo>
                <a:close/>
                <a:moveTo>
                  <a:pt x="0" y="163448"/>
                </a:moveTo>
                <a:lnTo>
                  <a:pt x="10694329" y="163448"/>
                </a:lnTo>
                <a:lnTo>
                  <a:pt x="10705376" y="218165"/>
                </a:lnTo>
                <a:lnTo>
                  <a:pt x="0" y="218165"/>
                </a:lnTo>
                <a:close/>
                <a:moveTo>
                  <a:pt x="11296841" y="0"/>
                </a:moveTo>
                <a:lnTo>
                  <a:pt x="11520000" y="0"/>
                </a:lnTo>
                <a:lnTo>
                  <a:pt x="11520000" y="113207"/>
                </a:lnTo>
                <a:lnTo>
                  <a:pt x="11332186" y="113207"/>
                </a:lnTo>
                <a:lnTo>
                  <a:pt x="11316728" y="36639"/>
                </a:lnTo>
                <a:close/>
                <a:moveTo>
                  <a:pt x="0" y="0"/>
                </a:moveTo>
                <a:lnTo>
                  <a:pt x="10739537" y="0"/>
                </a:lnTo>
                <a:lnTo>
                  <a:pt x="10719650" y="36639"/>
                </a:lnTo>
                <a:lnTo>
                  <a:pt x="10704192" y="113207"/>
                </a:lnTo>
                <a:lnTo>
                  <a:pt x="0" y="113207"/>
                </a:lnTo>
                <a:close/>
              </a:path>
            </a:pathLst>
          </a:custGeom>
          <a:ln>
            <a:noFill/>
          </a:ln>
        </p:spPr>
      </p:pic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5"/>
          <a:srcRect r="67965"/>
          <a:stretch/>
        </p:blipFill>
        <p:spPr>
          <a:xfrm>
            <a:off x="11383653" y="11519"/>
            <a:ext cx="571476" cy="56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5492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77" r:id="rId1"/>
  </p:sldLayoutIdLst>
  <p:timing>
    <p:tnLst>
      <p:par>
        <p:cTn id="1" dur="indefinite" restart="never" nodeType="tmRoot"/>
      </p:par>
    </p:tnLst>
  </p:timing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0F7EF6-3172-4E4B-B9A2-1C5902C289B2}" type="datetimeFigureOut">
              <a:rPr lang="zh-CN" altLang="en-US" smtClean="0"/>
              <a:t>2022/3/28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25F72-D721-4CB2-959B-31C196EA2BB1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9690936" y="6040800"/>
            <a:ext cx="2501064" cy="817200"/>
          </a:xfrm>
          <a:prstGeom prst="rect">
            <a:avLst/>
          </a:prstGeom>
        </p:spPr>
      </p:pic>
      <p:pic>
        <p:nvPicPr>
          <p:cNvPr id="8" name="图片 7"/>
          <p:cNvPicPr>
            <a:picLocks/>
          </p:cNvPicPr>
          <p:nvPr userDrawn="1"/>
        </p:nvPicPr>
        <p:blipFill rotWithShape="1">
          <a:blip r:embed="rId4"/>
          <a:srcRect b="40414"/>
          <a:stretch/>
        </p:blipFill>
        <p:spPr>
          <a:xfrm>
            <a:off x="0" y="122329"/>
            <a:ext cx="12191484" cy="344488"/>
          </a:xfrm>
          <a:custGeom>
            <a:avLst/>
            <a:gdLst>
              <a:gd name="connsiteX0" fmla="*/ 11320859 w 11520000"/>
              <a:gd name="connsiteY0" fmla="*/ 268405 h 325509"/>
              <a:gd name="connsiteX1" fmla="*/ 11520000 w 11520000"/>
              <a:gd name="connsiteY1" fmla="*/ 268405 h 325509"/>
              <a:gd name="connsiteX2" fmla="*/ 11520000 w 11520000"/>
              <a:gd name="connsiteY2" fmla="*/ 325509 h 325509"/>
              <a:gd name="connsiteX3" fmla="*/ 11296840 w 11520000"/>
              <a:gd name="connsiteY3" fmla="*/ 325509 h 325509"/>
              <a:gd name="connsiteX4" fmla="*/ 11316728 w 11520000"/>
              <a:gd name="connsiteY4" fmla="*/ 288869 h 325509"/>
              <a:gd name="connsiteX5" fmla="*/ 0 w 11520000"/>
              <a:gd name="connsiteY5" fmla="*/ 268405 h 325509"/>
              <a:gd name="connsiteX6" fmla="*/ 10715519 w 11520000"/>
              <a:gd name="connsiteY6" fmla="*/ 268405 h 325509"/>
              <a:gd name="connsiteX7" fmla="*/ 10719650 w 11520000"/>
              <a:gd name="connsiteY7" fmla="*/ 288869 h 325509"/>
              <a:gd name="connsiteX8" fmla="*/ 10739538 w 11520000"/>
              <a:gd name="connsiteY8" fmla="*/ 325509 h 325509"/>
              <a:gd name="connsiteX9" fmla="*/ 0 w 11520000"/>
              <a:gd name="connsiteY9" fmla="*/ 325509 h 325509"/>
              <a:gd name="connsiteX10" fmla="*/ 11342049 w 11520000"/>
              <a:gd name="connsiteY10" fmla="*/ 163448 h 325509"/>
              <a:gd name="connsiteX11" fmla="*/ 11520000 w 11520000"/>
              <a:gd name="connsiteY11" fmla="*/ 163448 h 325509"/>
              <a:gd name="connsiteX12" fmla="*/ 11520000 w 11520000"/>
              <a:gd name="connsiteY12" fmla="*/ 218165 h 325509"/>
              <a:gd name="connsiteX13" fmla="*/ 11331002 w 11520000"/>
              <a:gd name="connsiteY13" fmla="*/ 218165 h 325509"/>
              <a:gd name="connsiteX14" fmla="*/ 0 w 11520000"/>
              <a:gd name="connsiteY14" fmla="*/ 163448 h 325509"/>
              <a:gd name="connsiteX15" fmla="*/ 10694329 w 11520000"/>
              <a:gd name="connsiteY15" fmla="*/ 163448 h 325509"/>
              <a:gd name="connsiteX16" fmla="*/ 10705376 w 11520000"/>
              <a:gd name="connsiteY16" fmla="*/ 218165 h 325509"/>
              <a:gd name="connsiteX17" fmla="*/ 0 w 11520000"/>
              <a:gd name="connsiteY17" fmla="*/ 218165 h 325509"/>
              <a:gd name="connsiteX18" fmla="*/ 11296841 w 11520000"/>
              <a:gd name="connsiteY18" fmla="*/ 0 h 325509"/>
              <a:gd name="connsiteX19" fmla="*/ 11520000 w 11520000"/>
              <a:gd name="connsiteY19" fmla="*/ 0 h 325509"/>
              <a:gd name="connsiteX20" fmla="*/ 11520000 w 11520000"/>
              <a:gd name="connsiteY20" fmla="*/ 113207 h 325509"/>
              <a:gd name="connsiteX21" fmla="*/ 11332186 w 11520000"/>
              <a:gd name="connsiteY21" fmla="*/ 113207 h 325509"/>
              <a:gd name="connsiteX22" fmla="*/ 11316728 w 11520000"/>
              <a:gd name="connsiteY22" fmla="*/ 36639 h 325509"/>
              <a:gd name="connsiteX23" fmla="*/ 0 w 11520000"/>
              <a:gd name="connsiteY23" fmla="*/ 0 h 325509"/>
              <a:gd name="connsiteX24" fmla="*/ 10739537 w 11520000"/>
              <a:gd name="connsiteY24" fmla="*/ 0 h 325509"/>
              <a:gd name="connsiteX25" fmla="*/ 10719650 w 11520000"/>
              <a:gd name="connsiteY25" fmla="*/ 36639 h 325509"/>
              <a:gd name="connsiteX26" fmla="*/ 10704192 w 11520000"/>
              <a:gd name="connsiteY26" fmla="*/ 113207 h 325509"/>
              <a:gd name="connsiteX27" fmla="*/ 0 w 11520000"/>
              <a:gd name="connsiteY27" fmla="*/ 113207 h 325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1520000" h="325509">
                <a:moveTo>
                  <a:pt x="11320859" y="268405"/>
                </a:moveTo>
                <a:lnTo>
                  <a:pt x="11520000" y="268405"/>
                </a:lnTo>
                <a:lnTo>
                  <a:pt x="11520000" y="325509"/>
                </a:lnTo>
                <a:lnTo>
                  <a:pt x="11296840" y="325509"/>
                </a:lnTo>
                <a:lnTo>
                  <a:pt x="11316728" y="288869"/>
                </a:lnTo>
                <a:close/>
                <a:moveTo>
                  <a:pt x="0" y="268405"/>
                </a:moveTo>
                <a:lnTo>
                  <a:pt x="10715519" y="268405"/>
                </a:lnTo>
                <a:lnTo>
                  <a:pt x="10719650" y="288869"/>
                </a:lnTo>
                <a:lnTo>
                  <a:pt x="10739538" y="325509"/>
                </a:lnTo>
                <a:lnTo>
                  <a:pt x="0" y="325509"/>
                </a:lnTo>
                <a:close/>
                <a:moveTo>
                  <a:pt x="11342049" y="163448"/>
                </a:moveTo>
                <a:lnTo>
                  <a:pt x="11520000" y="163448"/>
                </a:lnTo>
                <a:lnTo>
                  <a:pt x="11520000" y="218165"/>
                </a:lnTo>
                <a:lnTo>
                  <a:pt x="11331002" y="218165"/>
                </a:lnTo>
                <a:close/>
                <a:moveTo>
                  <a:pt x="0" y="163448"/>
                </a:moveTo>
                <a:lnTo>
                  <a:pt x="10694329" y="163448"/>
                </a:lnTo>
                <a:lnTo>
                  <a:pt x="10705376" y="218165"/>
                </a:lnTo>
                <a:lnTo>
                  <a:pt x="0" y="218165"/>
                </a:lnTo>
                <a:close/>
                <a:moveTo>
                  <a:pt x="11296841" y="0"/>
                </a:moveTo>
                <a:lnTo>
                  <a:pt x="11520000" y="0"/>
                </a:lnTo>
                <a:lnTo>
                  <a:pt x="11520000" y="113207"/>
                </a:lnTo>
                <a:lnTo>
                  <a:pt x="11332186" y="113207"/>
                </a:lnTo>
                <a:lnTo>
                  <a:pt x="11316728" y="36639"/>
                </a:lnTo>
                <a:close/>
                <a:moveTo>
                  <a:pt x="0" y="0"/>
                </a:moveTo>
                <a:lnTo>
                  <a:pt x="10739537" y="0"/>
                </a:lnTo>
                <a:lnTo>
                  <a:pt x="10719650" y="36639"/>
                </a:lnTo>
                <a:lnTo>
                  <a:pt x="10704192" y="113207"/>
                </a:lnTo>
                <a:lnTo>
                  <a:pt x="0" y="113207"/>
                </a:lnTo>
                <a:close/>
              </a:path>
            </a:pathLst>
          </a:custGeom>
          <a:ln>
            <a:noFill/>
          </a:ln>
        </p:spPr>
      </p:pic>
      <p:pic>
        <p:nvPicPr>
          <p:cNvPr id="9" name="图片 8"/>
          <p:cNvPicPr>
            <a:picLocks noChangeAspect="1"/>
          </p:cNvPicPr>
          <p:nvPr userDrawn="1"/>
        </p:nvPicPr>
        <p:blipFill rotWithShape="1">
          <a:blip r:embed="rId5"/>
          <a:srcRect r="67965"/>
          <a:stretch/>
        </p:blipFill>
        <p:spPr>
          <a:xfrm>
            <a:off x="11377829" y="11519"/>
            <a:ext cx="571476" cy="56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857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90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/>
          </p:cNvPicPr>
          <p:nvPr/>
        </p:nvPicPr>
        <p:blipFill rotWithShape="1">
          <a:blip r:embed="rId3"/>
          <a:srcRect l="-1" r="156" b="79277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2748100" y="3772292"/>
            <a:ext cx="9443900" cy="308570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33000">
                <a:schemeClr val="bg1">
                  <a:lumMod val="95000"/>
                  <a:alpha val="67000"/>
                </a:schemeClr>
              </a:gs>
              <a:gs pos="66000">
                <a:schemeClr val="bg1">
                  <a:lumMod val="85000"/>
                  <a:alpha val="34000"/>
                </a:schemeClr>
              </a:gs>
              <a:gs pos="100000">
                <a:schemeClr val="bg1">
                  <a:lumMod val="75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067" y="216174"/>
            <a:ext cx="2881494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859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79" r:id="rId1"/>
  </p:sldLayoutIdLst>
  <p:timing>
    <p:tnLst>
      <p:par>
        <p:cTn id="1" dur="indefinite" restart="never" nodeType="tmRoot"/>
      </p:par>
    </p:tnLst>
  </p:timing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/>
          </p:cNvPicPr>
          <p:nvPr userDrawn="1"/>
        </p:nvPicPr>
        <p:blipFill rotWithShape="1">
          <a:blip r:embed="rId3"/>
          <a:srcRect l="-1" r="156" b="79277"/>
          <a:stretch/>
        </p:blipFill>
        <p:spPr>
          <a:xfrm>
            <a:off x="0" y="682724"/>
            <a:ext cx="12192000" cy="1605600"/>
          </a:xfrm>
          <a:prstGeom prst="rect">
            <a:avLst/>
          </a:prstGeom>
        </p:spPr>
      </p:pic>
      <p:pic>
        <p:nvPicPr>
          <p:cNvPr id="8" name="图片 7"/>
          <p:cNvPicPr>
            <a:picLocks/>
          </p:cNvPicPr>
          <p:nvPr userDrawn="1"/>
        </p:nvPicPr>
        <p:blipFill rotWithShape="1">
          <a:blip r:embed="rId3"/>
          <a:srcRect r="117" b="79277"/>
          <a:stretch/>
        </p:blipFill>
        <p:spPr>
          <a:xfrm flipH="1">
            <a:off x="0" y="502725"/>
            <a:ext cx="12192000" cy="180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0936" y="1456441"/>
            <a:ext cx="2501064" cy="81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940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81" r:id="rId1"/>
  </p:sldLayoutIdLst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9690936" y="6040800"/>
            <a:ext cx="2501064" cy="817200"/>
          </a:xfrm>
          <a:prstGeom prst="rect">
            <a:avLst/>
          </a:prstGeom>
        </p:spPr>
      </p:pic>
      <p:pic>
        <p:nvPicPr>
          <p:cNvPr id="43" name="图片 42"/>
          <p:cNvPicPr>
            <a:picLocks/>
          </p:cNvPicPr>
          <p:nvPr/>
        </p:nvPicPr>
        <p:blipFill rotWithShape="1">
          <a:blip r:embed="rId4"/>
          <a:srcRect b="40414"/>
          <a:stretch/>
        </p:blipFill>
        <p:spPr>
          <a:xfrm>
            <a:off x="0" y="122329"/>
            <a:ext cx="12191484" cy="344488"/>
          </a:xfrm>
          <a:custGeom>
            <a:avLst/>
            <a:gdLst>
              <a:gd name="connsiteX0" fmla="*/ 11320859 w 11520000"/>
              <a:gd name="connsiteY0" fmla="*/ 268405 h 325509"/>
              <a:gd name="connsiteX1" fmla="*/ 11520000 w 11520000"/>
              <a:gd name="connsiteY1" fmla="*/ 268405 h 325509"/>
              <a:gd name="connsiteX2" fmla="*/ 11520000 w 11520000"/>
              <a:gd name="connsiteY2" fmla="*/ 325509 h 325509"/>
              <a:gd name="connsiteX3" fmla="*/ 11296840 w 11520000"/>
              <a:gd name="connsiteY3" fmla="*/ 325509 h 325509"/>
              <a:gd name="connsiteX4" fmla="*/ 11316728 w 11520000"/>
              <a:gd name="connsiteY4" fmla="*/ 288869 h 325509"/>
              <a:gd name="connsiteX5" fmla="*/ 0 w 11520000"/>
              <a:gd name="connsiteY5" fmla="*/ 268405 h 325509"/>
              <a:gd name="connsiteX6" fmla="*/ 10715519 w 11520000"/>
              <a:gd name="connsiteY6" fmla="*/ 268405 h 325509"/>
              <a:gd name="connsiteX7" fmla="*/ 10719650 w 11520000"/>
              <a:gd name="connsiteY7" fmla="*/ 288869 h 325509"/>
              <a:gd name="connsiteX8" fmla="*/ 10739538 w 11520000"/>
              <a:gd name="connsiteY8" fmla="*/ 325509 h 325509"/>
              <a:gd name="connsiteX9" fmla="*/ 0 w 11520000"/>
              <a:gd name="connsiteY9" fmla="*/ 325509 h 325509"/>
              <a:gd name="connsiteX10" fmla="*/ 11342049 w 11520000"/>
              <a:gd name="connsiteY10" fmla="*/ 163448 h 325509"/>
              <a:gd name="connsiteX11" fmla="*/ 11520000 w 11520000"/>
              <a:gd name="connsiteY11" fmla="*/ 163448 h 325509"/>
              <a:gd name="connsiteX12" fmla="*/ 11520000 w 11520000"/>
              <a:gd name="connsiteY12" fmla="*/ 218165 h 325509"/>
              <a:gd name="connsiteX13" fmla="*/ 11331002 w 11520000"/>
              <a:gd name="connsiteY13" fmla="*/ 218165 h 325509"/>
              <a:gd name="connsiteX14" fmla="*/ 0 w 11520000"/>
              <a:gd name="connsiteY14" fmla="*/ 163448 h 325509"/>
              <a:gd name="connsiteX15" fmla="*/ 10694329 w 11520000"/>
              <a:gd name="connsiteY15" fmla="*/ 163448 h 325509"/>
              <a:gd name="connsiteX16" fmla="*/ 10705376 w 11520000"/>
              <a:gd name="connsiteY16" fmla="*/ 218165 h 325509"/>
              <a:gd name="connsiteX17" fmla="*/ 0 w 11520000"/>
              <a:gd name="connsiteY17" fmla="*/ 218165 h 325509"/>
              <a:gd name="connsiteX18" fmla="*/ 11296841 w 11520000"/>
              <a:gd name="connsiteY18" fmla="*/ 0 h 325509"/>
              <a:gd name="connsiteX19" fmla="*/ 11520000 w 11520000"/>
              <a:gd name="connsiteY19" fmla="*/ 0 h 325509"/>
              <a:gd name="connsiteX20" fmla="*/ 11520000 w 11520000"/>
              <a:gd name="connsiteY20" fmla="*/ 113207 h 325509"/>
              <a:gd name="connsiteX21" fmla="*/ 11332186 w 11520000"/>
              <a:gd name="connsiteY21" fmla="*/ 113207 h 325509"/>
              <a:gd name="connsiteX22" fmla="*/ 11316728 w 11520000"/>
              <a:gd name="connsiteY22" fmla="*/ 36639 h 325509"/>
              <a:gd name="connsiteX23" fmla="*/ 0 w 11520000"/>
              <a:gd name="connsiteY23" fmla="*/ 0 h 325509"/>
              <a:gd name="connsiteX24" fmla="*/ 10739537 w 11520000"/>
              <a:gd name="connsiteY24" fmla="*/ 0 h 325509"/>
              <a:gd name="connsiteX25" fmla="*/ 10719650 w 11520000"/>
              <a:gd name="connsiteY25" fmla="*/ 36639 h 325509"/>
              <a:gd name="connsiteX26" fmla="*/ 10704192 w 11520000"/>
              <a:gd name="connsiteY26" fmla="*/ 113207 h 325509"/>
              <a:gd name="connsiteX27" fmla="*/ 0 w 11520000"/>
              <a:gd name="connsiteY27" fmla="*/ 113207 h 325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11520000" h="325509">
                <a:moveTo>
                  <a:pt x="11320859" y="268405"/>
                </a:moveTo>
                <a:lnTo>
                  <a:pt x="11520000" y="268405"/>
                </a:lnTo>
                <a:lnTo>
                  <a:pt x="11520000" y="325509"/>
                </a:lnTo>
                <a:lnTo>
                  <a:pt x="11296840" y="325509"/>
                </a:lnTo>
                <a:lnTo>
                  <a:pt x="11316728" y="288869"/>
                </a:lnTo>
                <a:close/>
                <a:moveTo>
                  <a:pt x="0" y="268405"/>
                </a:moveTo>
                <a:lnTo>
                  <a:pt x="10715519" y="268405"/>
                </a:lnTo>
                <a:lnTo>
                  <a:pt x="10719650" y="288869"/>
                </a:lnTo>
                <a:lnTo>
                  <a:pt x="10739538" y="325509"/>
                </a:lnTo>
                <a:lnTo>
                  <a:pt x="0" y="325509"/>
                </a:lnTo>
                <a:close/>
                <a:moveTo>
                  <a:pt x="11342049" y="163448"/>
                </a:moveTo>
                <a:lnTo>
                  <a:pt x="11520000" y="163448"/>
                </a:lnTo>
                <a:lnTo>
                  <a:pt x="11520000" y="218165"/>
                </a:lnTo>
                <a:lnTo>
                  <a:pt x="11331002" y="218165"/>
                </a:lnTo>
                <a:close/>
                <a:moveTo>
                  <a:pt x="0" y="163448"/>
                </a:moveTo>
                <a:lnTo>
                  <a:pt x="10694329" y="163448"/>
                </a:lnTo>
                <a:lnTo>
                  <a:pt x="10705376" y="218165"/>
                </a:lnTo>
                <a:lnTo>
                  <a:pt x="0" y="218165"/>
                </a:lnTo>
                <a:close/>
                <a:moveTo>
                  <a:pt x="11296841" y="0"/>
                </a:moveTo>
                <a:lnTo>
                  <a:pt x="11520000" y="0"/>
                </a:lnTo>
                <a:lnTo>
                  <a:pt x="11520000" y="113207"/>
                </a:lnTo>
                <a:lnTo>
                  <a:pt x="11332186" y="113207"/>
                </a:lnTo>
                <a:lnTo>
                  <a:pt x="11316728" y="36639"/>
                </a:lnTo>
                <a:close/>
                <a:moveTo>
                  <a:pt x="0" y="0"/>
                </a:moveTo>
                <a:lnTo>
                  <a:pt x="10739537" y="0"/>
                </a:lnTo>
                <a:lnTo>
                  <a:pt x="10719650" y="36639"/>
                </a:lnTo>
                <a:lnTo>
                  <a:pt x="10704192" y="113207"/>
                </a:lnTo>
                <a:lnTo>
                  <a:pt x="0" y="113207"/>
                </a:lnTo>
                <a:close/>
              </a:path>
            </a:pathLst>
          </a:custGeom>
          <a:ln>
            <a:noFill/>
          </a:ln>
        </p:spPr>
      </p:pic>
      <p:pic>
        <p:nvPicPr>
          <p:cNvPr id="18" name="图片 17"/>
          <p:cNvPicPr>
            <a:picLocks noChangeAspect="1"/>
          </p:cNvPicPr>
          <p:nvPr/>
        </p:nvPicPr>
        <p:blipFill rotWithShape="1">
          <a:blip r:embed="rId5"/>
          <a:srcRect r="67965"/>
          <a:stretch/>
        </p:blipFill>
        <p:spPr>
          <a:xfrm>
            <a:off x="11383653" y="11519"/>
            <a:ext cx="571476" cy="56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867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85" r:id="rId1"/>
  </p:sldLayoutIdLst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/>
          </p:cNvPicPr>
          <p:nvPr/>
        </p:nvPicPr>
        <p:blipFill rotWithShape="1">
          <a:blip r:embed="rId3"/>
          <a:srcRect l="-1" r="156" b="79277"/>
          <a:stretch/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lum bright="70000" contrast="-70000"/>
          </a:blip>
          <a:stretch>
            <a:fillRect/>
          </a:stretch>
        </p:blipFill>
        <p:spPr>
          <a:xfrm>
            <a:off x="2748100" y="3772292"/>
            <a:ext cx="9443900" cy="308570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1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"/>
                  <a:lumOff val="95000"/>
                </a:schemeClr>
              </a:gs>
              <a:gs pos="33000">
                <a:schemeClr val="bg1">
                  <a:lumMod val="95000"/>
                  <a:alpha val="67000"/>
                </a:schemeClr>
              </a:gs>
              <a:gs pos="66000">
                <a:schemeClr val="bg1">
                  <a:lumMod val="85000"/>
                  <a:alpha val="34000"/>
                </a:schemeClr>
              </a:gs>
              <a:gs pos="100000">
                <a:schemeClr val="bg1">
                  <a:lumMod val="75000"/>
                  <a:alpha val="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3608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087" r:id="rId1"/>
  </p:sldLayoutIdLst>
  <p:txStyles>
    <p:titleStyle>
      <a:lvl1pPr algn="l" defTabSz="914389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7" indent="-228597" algn="l" defTabSz="914389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91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86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80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7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69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64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58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52" indent="-228597" algn="l" defTabSz="914389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94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89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83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7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7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67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61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55" algn="l" defTabSz="9143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image" Target="../media/image12.e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4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12" Type="http://schemas.openxmlformats.org/officeDocument/2006/relationships/image" Target="../media/image1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9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13" Type="http://schemas.openxmlformats.org/officeDocument/2006/relationships/oleObject" Target="../embeddings/oleObject16.bin"/><Relationship Id="rId18" Type="http://schemas.openxmlformats.org/officeDocument/2006/relationships/image" Target="../media/image25.wmf"/><Relationship Id="rId3" Type="http://schemas.openxmlformats.org/officeDocument/2006/relationships/oleObject" Target="../embeddings/oleObject11.bin"/><Relationship Id="rId7" Type="http://schemas.openxmlformats.org/officeDocument/2006/relationships/oleObject" Target="../embeddings/oleObject13.bin"/><Relationship Id="rId12" Type="http://schemas.openxmlformats.org/officeDocument/2006/relationships/image" Target="../media/image22.wmf"/><Relationship Id="rId17" Type="http://schemas.openxmlformats.org/officeDocument/2006/relationships/oleObject" Target="../embeddings/oleObject18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24.wmf"/><Relationship Id="rId20" Type="http://schemas.openxmlformats.org/officeDocument/2006/relationships/image" Target="../media/image26.wmf"/><Relationship Id="rId1" Type="http://schemas.openxmlformats.org/officeDocument/2006/relationships/vmlDrawing" Target="../drawings/vmlDrawing3.vml"/><Relationship Id="rId6" Type="http://schemas.openxmlformats.org/officeDocument/2006/relationships/image" Target="../media/image19.wmf"/><Relationship Id="rId11" Type="http://schemas.openxmlformats.org/officeDocument/2006/relationships/oleObject" Target="../embeddings/oleObject15.bin"/><Relationship Id="rId5" Type="http://schemas.openxmlformats.org/officeDocument/2006/relationships/oleObject" Target="../embeddings/oleObject12.bin"/><Relationship Id="rId15" Type="http://schemas.openxmlformats.org/officeDocument/2006/relationships/oleObject" Target="../embeddings/oleObject17.bin"/><Relationship Id="rId10" Type="http://schemas.openxmlformats.org/officeDocument/2006/relationships/image" Target="../media/image21.wmf"/><Relationship Id="rId19" Type="http://schemas.openxmlformats.org/officeDocument/2006/relationships/oleObject" Target="../embeddings/oleObject19.bin"/><Relationship Id="rId4" Type="http://schemas.openxmlformats.org/officeDocument/2006/relationships/image" Target="../media/image18.wmf"/><Relationship Id="rId9" Type="http://schemas.openxmlformats.org/officeDocument/2006/relationships/oleObject" Target="../embeddings/oleObject14.bin"/><Relationship Id="rId14" Type="http://schemas.openxmlformats.org/officeDocument/2006/relationships/image" Target="../media/image23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13" Type="http://schemas.openxmlformats.org/officeDocument/2006/relationships/oleObject" Target="../embeddings/oleObject25.bin"/><Relationship Id="rId18" Type="http://schemas.openxmlformats.org/officeDocument/2006/relationships/image" Target="../media/image34.wmf"/><Relationship Id="rId3" Type="http://schemas.openxmlformats.org/officeDocument/2006/relationships/oleObject" Target="../embeddings/oleObject20.bin"/><Relationship Id="rId21" Type="http://schemas.openxmlformats.org/officeDocument/2006/relationships/oleObject" Target="../embeddings/oleObject29.bin"/><Relationship Id="rId7" Type="http://schemas.openxmlformats.org/officeDocument/2006/relationships/oleObject" Target="../embeddings/oleObject22.bin"/><Relationship Id="rId12" Type="http://schemas.openxmlformats.org/officeDocument/2006/relationships/image" Target="../media/image31.wmf"/><Relationship Id="rId17" Type="http://schemas.openxmlformats.org/officeDocument/2006/relationships/oleObject" Target="../embeddings/oleObject27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33.wmf"/><Relationship Id="rId20" Type="http://schemas.openxmlformats.org/officeDocument/2006/relationships/image" Target="../media/image35.wmf"/><Relationship Id="rId1" Type="http://schemas.openxmlformats.org/officeDocument/2006/relationships/vmlDrawing" Target="../drawings/vmlDrawing4.vml"/><Relationship Id="rId6" Type="http://schemas.openxmlformats.org/officeDocument/2006/relationships/image" Target="../media/image28.wmf"/><Relationship Id="rId11" Type="http://schemas.openxmlformats.org/officeDocument/2006/relationships/oleObject" Target="../embeddings/oleObject24.bin"/><Relationship Id="rId5" Type="http://schemas.openxmlformats.org/officeDocument/2006/relationships/oleObject" Target="../embeddings/oleObject21.bin"/><Relationship Id="rId15" Type="http://schemas.openxmlformats.org/officeDocument/2006/relationships/oleObject" Target="../embeddings/oleObject26.bin"/><Relationship Id="rId10" Type="http://schemas.openxmlformats.org/officeDocument/2006/relationships/image" Target="../media/image30.wmf"/><Relationship Id="rId19" Type="http://schemas.openxmlformats.org/officeDocument/2006/relationships/oleObject" Target="../embeddings/oleObject28.bin"/><Relationship Id="rId4" Type="http://schemas.openxmlformats.org/officeDocument/2006/relationships/image" Target="../media/image27.wmf"/><Relationship Id="rId9" Type="http://schemas.openxmlformats.org/officeDocument/2006/relationships/oleObject" Target="../embeddings/oleObject23.bin"/><Relationship Id="rId14" Type="http://schemas.openxmlformats.org/officeDocument/2006/relationships/image" Target="../media/image32.wmf"/><Relationship Id="rId22" Type="http://schemas.openxmlformats.org/officeDocument/2006/relationships/image" Target="../media/image36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wmf"/><Relationship Id="rId13" Type="http://schemas.openxmlformats.org/officeDocument/2006/relationships/oleObject" Target="../embeddings/oleObject35.bin"/><Relationship Id="rId18" Type="http://schemas.openxmlformats.org/officeDocument/2006/relationships/image" Target="../media/image44.wmf"/><Relationship Id="rId26" Type="http://schemas.openxmlformats.org/officeDocument/2006/relationships/image" Target="../media/image48.wmf"/><Relationship Id="rId3" Type="http://schemas.openxmlformats.org/officeDocument/2006/relationships/oleObject" Target="../embeddings/oleObject30.bin"/><Relationship Id="rId21" Type="http://schemas.openxmlformats.org/officeDocument/2006/relationships/oleObject" Target="../embeddings/oleObject39.bin"/><Relationship Id="rId7" Type="http://schemas.openxmlformats.org/officeDocument/2006/relationships/oleObject" Target="../embeddings/oleObject32.bin"/><Relationship Id="rId12" Type="http://schemas.openxmlformats.org/officeDocument/2006/relationships/image" Target="../media/image41.wmf"/><Relationship Id="rId17" Type="http://schemas.openxmlformats.org/officeDocument/2006/relationships/oleObject" Target="../embeddings/oleObject37.bin"/><Relationship Id="rId25" Type="http://schemas.openxmlformats.org/officeDocument/2006/relationships/oleObject" Target="../embeddings/oleObject41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43.wmf"/><Relationship Id="rId20" Type="http://schemas.openxmlformats.org/officeDocument/2006/relationships/image" Target="../media/image45.wmf"/><Relationship Id="rId29" Type="http://schemas.openxmlformats.org/officeDocument/2006/relationships/oleObject" Target="../embeddings/oleObject43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38.wmf"/><Relationship Id="rId11" Type="http://schemas.openxmlformats.org/officeDocument/2006/relationships/oleObject" Target="../embeddings/oleObject34.bin"/><Relationship Id="rId24" Type="http://schemas.openxmlformats.org/officeDocument/2006/relationships/image" Target="../media/image47.wmf"/><Relationship Id="rId5" Type="http://schemas.openxmlformats.org/officeDocument/2006/relationships/oleObject" Target="../embeddings/oleObject31.bin"/><Relationship Id="rId15" Type="http://schemas.openxmlformats.org/officeDocument/2006/relationships/oleObject" Target="../embeddings/oleObject36.bin"/><Relationship Id="rId23" Type="http://schemas.openxmlformats.org/officeDocument/2006/relationships/oleObject" Target="../embeddings/oleObject40.bin"/><Relationship Id="rId28" Type="http://schemas.openxmlformats.org/officeDocument/2006/relationships/image" Target="../media/image49.wmf"/><Relationship Id="rId10" Type="http://schemas.openxmlformats.org/officeDocument/2006/relationships/image" Target="../media/image40.wmf"/><Relationship Id="rId19" Type="http://schemas.openxmlformats.org/officeDocument/2006/relationships/oleObject" Target="../embeddings/oleObject38.bin"/><Relationship Id="rId4" Type="http://schemas.openxmlformats.org/officeDocument/2006/relationships/image" Target="../media/image37.wmf"/><Relationship Id="rId9" Type="http://schemas.openxmlformats.org/officeDocument/2006/relationships/oleObject" Target="../embeddings/oleObject33.bin"/><Relationship Id="rId14" Type="http://schemas.openxmlformats.org/officeDocument/2006/relationships/image" Target="../media/image42.wmf"/><Relationship Id="rId22" Type="http://schemas.openxmlformats.org/officeDocument/2006/relationships/image" Target="../media/image46.wmf"/><Relationship Id="rId27" Type="http://schemas.openxmlformats.org/officeDocument/2006/relationships/oleObject" Target="../embeddings/oleObject42.bin"/><Relationship Id="rId30" Type="http://schemas.openxmlformats.org/officeDocument/2006/relationships/image" Target="../media/image50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52.wmf"/><Relationship Id="rId5" Type="http://schemas.openxmlformats.org/officeDocument/2006/relationships/oleObject" Target="../embeddings/oleObject45.bin"/><Relationship Id="rId10" Type="http://schemas.openxmlformats.org/officeDocument/2006/relationships/image" Target="../media/image54.wmf"/><Relationship Id="rId4" Type="http://schemas.openxmlformats.org/officeDocument/2006/relationships/image" Target="../media/image51.wmf"/><Relationship Id="rId9" Type="http://schemas.openxmlformats.org/officeDocument/2006/relationships/oleObject" Target="../embeddings/oleObject47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13" Type="http://schemas.openxmlformats.org/officeDocument/2006/relationships/oleObject" Target="../embeddings/oleObject53.bin"/><Relationship Id="rId18" Type="http://schemas.openxmlformats.org/officeDocument/2006/relationships/image" Target="../media/image62.wmf"/><Relationship Id="rId3" Type="http://schemas.openxmlformats.org/officeDocument/2006/relationships/oleObject" Target="../embeddings/oleObject48.bin"/><Relationship Id="rId7" Type="http://schemas.openxmlformats.org/officeDocument/2006/relationships/oleObject" Target="../embeddings/oleObject50.bin"/><Relationship Id="rId12" Type="http://schemas.openxmlformats.org/officeDocument/2006/relationships/image" Target="../media/image59.wmf"/><Relationship Id="rId17" Type="http://schemas.openxmlformats.org/officeDocument/2006/relationships/oleObject" Target="../embeddings/oleObject55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61.wmf"/><Relationship Id="rId1" Type="http://schemas.openxmlformats.org/officeDocument/2006/relationships/vmlDrawing" Target="../drawings/vmlDrawing7.vml"/><Relationship Id="rId6" Type="http://schemas.openxmlformats.org/officeDocument/2006/relationships/image" Target="../media/image56.wmf"/><Relationship Id="rId11" Type="http://schemas.openxmlformats.org/officeDocument/2006/relationships/oleObject" Target="../embeddings/oleObject52.bin"/><Relationship Id="rId5" Type="http://schemas.openxmlformats.org/officeDocument/2006/relationships/oleObject" Target="../embeddings/oleObject49.bin"/><Relationship Id="rId15" Type="http://schemas.openxmlformats.org/officeDocument/2006/relationships/oleObject" Target="../embeddings/oleObject54.bin"/><Relationship Id="rId10" Type="http://schemas.openxmlformats.org/officeDocument/2006/relationships/image" Target="../media/image58.wmf"/><Relationship Id="rId4" Type="http://schemas.openxmlformats.org/officeDocument/2006/relationships/image" Target="../media/image55.wmf"/><Relationship Id="rId9" Type="http://schemas.openxmlformats.org/officeDocument/2006/relationships/oleObject" Target="../embeddings/oleObject51.bin"/><Relationship Id="rId14" Type="http://schemas.openxmlformats.org/officeDocument/2006/relationships/image" Target="../media/image60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wmf"/><Relationship Id="rId3" Type="http://schemas.openxmlformats.org/officeDocument/2006/relationships/oleObject" Target="../embeddings/oleObject56.bin"/><Relationship Id="rId7" Type="http://schemas.openxmlformats.org/officeDocument/2006/relationships/oleObject" Target="../embeddings/oleObject5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64.wmf"/><Relationship Id="rId5" Type="http://schemas.openxmlformats.org/officeDocument/2006/relationships/oleObject" Target="../embeddings/oleObject57.bin"/><Relationship Id="rId10" Type="http://schemas.openxmlformats.org/officeDocument/2006/relationships/image" Target="../media/image66.wmf"/><Relationship Id="rId4" Type="http://schemas.openxmlformats.org/officeDocument/2006/relationships/image" Target="../media/image63.wmf"/><Relationship Id="rId9" Type="http://schemas.openxmlformats.org/officeDocument/2006/relationships/oleObject" Target="../embeddings/oleObject59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wmf"/><Relationship Id="rId3" Type="http://schemas.openxmlformats.org/officeDocument/2006/relationships/oleObject" Target="../embeddings/oleObject60.bin"/><Relationship Id="rId7" Type="http://schemas.openxmlformats.org/officeDocument/2006/relationships/oleObject" Target="../embeddings/oleObject62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68.wmf"/><Relationship Id="rId5" Type="http://schemas.openxmlformats.org/officeDocument/2006/relationships/oleObject" Target="../embeddings/oleObject61.bin"/><Relationship Id="rId4" Type="http://schemas.openxmlformats.org/officeDocument/2006/relationships/image" Target="../media/image67.wmf"/><Relationship Id="rId9" Type="http://schemas.openxmlformats.org/officeDocument/2006/relationships/image" Target="../media/image70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3.wmf"/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5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72.wmf"/><Relationship Id="rId5" Type="http://schemas.openxmlformats.org/officeDocument/2006/relationships/oleObject" Target="../embeddings/oleObject64.bin"/><Relationship Id="rId10" Type="http://schemas.openxmlformats.org/officeDocument/2006/relationships/image" Target="../media/image74.wmf"/><Relationship Id="rId4" Type="http://schemas.openxmlformats.org/officeDocument/2006/relationships/image" Target="../media/image71.wmf"/><Relationship Id="rId9" Type="http://schemas.openxmlformats.org/officeDocument/2006/relationships/oleObject" Target="../embeddings/oleObject66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7.bin"/><Relationship Id="rId7" Type="http://schemas.openxmlformats.org/officeDocument/2006/relationships/image" Target="../media/image77.emf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76.wmf"/><Relationship Id="rId5" Type="http://schemas.openxmlformats.org/officeDocument/2006/relationships/oleObject" Target="../embeddings/oleObject68.bin"/><Relationship Id="rId4" Type="http://schemas.openxmlformats.org/officeDocument/2006/relationships/image" Target="../media/image75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9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79.emf"/><Relationship Id="rId4" Type="http://schemas.openxmlformats.org/officeDocument/2006/relationships/image" Target="../media/image78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14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wmf"/><Relationship Id="rId13" Type="http://schemas.openxmlformats.org/officeDocument/2006/relationships/oleObject" Target="../embeddings/oleObject75.bin"/><Relationship Id="rId3" Type="http://schemas.openxmlformats.org/officeDocument/2006/relationships/oleObject" Target="../embeddings/oleObject70.bin"/><Relationship Id="rId7" Type="http://schemas.openxmlformats.org/officeDocument/2006/relationships/oleObject" Target="../embeddings/oleObject72.bin"/><Relationship Id="rId12" Type="http://schemas.openxmlformats.org/officeDocument/2006/relationships/image" Target="../media/image84.wmf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86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81.wmf"/><Relationship Id="rId11" Type="http://schemas.openxmlformats.org/officeDocument/2006/relationships/oleObject" Target="../embeddings/oleObject74.bin"/><Relationship Id="rId5" Type="http://schemas.openxmlformats.org/officeDocument/2006/relationships/oleObject" Target="../embeddings/oleObject71.bin"/><Relationship Id="rId15" Type="http://schemas.openxmlformats.org/officeDocument/2006/relationships/oleObject" Target="../embeddings/oleObject76.bin"/><Relationship Id="rId10" Type="http://schemas.openxmlformats.org/officeDocument/2006/relationships/image" Target="../media/image83.wmf"/><Relationship Id="rId4" Type="http://schemas.openxmlformats.org/officeDocument/2006/relationships/image" Target="../media/image80.wmf"/><Relationship Id="rId9" Type="http://schemas.openxmlformats.org/officeDocument/2006/relationships/oleObject" Target="../embeddings/oleObject73.bin"/><Relationship Id="rId14" Type="http://schemas.openxmlformats.org/officeDocument/2006/relationships/image" Target="../media/image85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wmf"/><Relationship Id="rId3" Type="http://schemas.openxmlformats.org/officeDocument/2006/relationships/oleObject" Target="../embeddings/oleObject77.bin"/><Relationship Id="rId7" Type="http://schemas.openxmlformats.org/officeDocument/2006/relationships/oleObject" Target="../embeddings/oleObject78.bin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90.emf"/><Relationship Id="rId5" Type="http://schemas.openxmlformats.org/officeDocument/2006/relationships/image" Target="../media/image89.emf"/><Relationship Id="rId4" Type="http://schemas.openxmlformats.org/officeDocument/2006/relationships/image" Target="../media/image87.w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as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626" r="12398"/>
          <a:stretch/>
        </p:blipFill>
        <p:spPr>
          <a:xfrm rot="16200000">
            <a:off x="3817214" y="-1525408"/>
            <a:ext cx="4557562" cy="12192001"/>
          </a:xfrm>
          <a:prstGeom prst="rect">
            <a:avLst/>
          </a:prstGeom>
        </p:spPr>
      </p:pic>
      <p:sp>
        <p:nvSpPr>
          <p:cNvPr id="6146" name="标题 1"/>
          <p:cNvSpPr>
            <a:spLocks noGrp="1"/>
          </p:cNvSpPr>
          <p:nvPr>
            <p:ph type="ctrTitle"/>
          </p:nvPr>
        </p:nvSpPr>
        <p:spPr>
          <a:xfrm>
            <a:off x="1155024" y="2041645"/>
            <a:ext cx="9881937" cy="2387600"/>
          </a:xfrm>
        </p:spPr>
        <p:txBody>
          <a:bodyPr anchor="ctr"/>
          <a:lstStyle/>
          <a:p>
            <a:pPr eaLnBrk="1" hangingPunct="1">
              <a:lnSpc>
                <a:spcPct val="125000"/>
              </a:lnSpc>
            </a:pPr>
            <a:r>
              <a:rPr lang="zh-CN" altLang="en-US" sz="88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近 代 物 理 学 选 讲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4836915" y="4475980"/>
            <a:ext cx="2518154" cy="1754187"/>
          </a:xfrm>
        </p:spPr>
        <p:txBody>
          <a:bodyPr rtlCol="0">
            <a:normAutofit/>
          </a:bodyPr>
          <a:lstStyle/>
          <a:p>
            <a:pPr algn="ctr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None/>
              <a:defRPr/>
            </a:pPr>
            <a:r>
              <a:rPr lang="zh-CN" alt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河北工业大学</a:t>
            </a:r>
            <a:endParaRPr lang="en-US" altLang="zh-CN" sz="2800" b="1" dirty="0" smtClean="0">
              <a:solidFill>
                <a:schemeClr val="tx1"/>
              </a:solidFill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  <a:p>
            <a:pPr algn="ctr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None/>
              <a:defRPr/>
            </a:pPr>
            <a:r>
              <a:rPr lang="zh-CN" alt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应用物理系</a:t>
            </a:r>
            <a:endParaRPr lang="en-US" altLang="zh-CN" sz="2800" b="1" dirty="0" smtClean="0">
              <a:solidFill>
                <a:schemeClr val="tx1"/>
              </a:solidFill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  <a:p>
            <a:pPr algn="ctr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None/>
              <a:defRPr/>
            </a:pPr>
            <a:r>
              <a:rPr lang="zh-CN" altLang="en-US" sz="28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张  辉</a:t>
            </a:r>
            <a:endParaRPr lang="en-US" altLang="zh-CN" sz="2800" b="1" dirty="0" smtClean="0">
              <a:solidFill>
                <a:schemeClr val="tx1"/>
              </a:solidFill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Glas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401" r="82217"/>
          <a:stretch/>
        </p:blipFill>
        <p:spPr>
          <a:xfrm rot="5400000">
            <a:off x="5850549" y="-5850556"/>
            <a:ext cx="490889" cy="1219200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方正新书宋简体" panose="03000509000000000000" pitchFamily="65" charset="-122"/>
                <a:ea typeface="方正新书宋简体" panose="03000509000000000000" pitchFamily="65" charset="-122"/>
                <a:cs typeface="Times New Roman" panose="02020603050405020304" pitchFamily="18" charset="0"/>
              </a:rPr>
              <a:t>第八讲 氢原子的量子力学处理</a:t>
            </a:r>
          </a:p>
        </p:txBody>
      </p:sp>
      <p:grpSp>
        <p:nvGrpSpPr>
          <p:cNvPr id="82947" name="组合 6"/>
          <p:cNvGrpSpPr>
            <a:grpSpLocks/>
          </p:cNvGrpSpPr>
          <p:nvPr/>
        </p:nvGrpSpPr>
        <p:grpSpPr bwMode="auto">
          <a:xfrm>
            <a:off x="646113" y="1390650"/>
            <a:ext cx="11037887" cy="5064125"/>
            <a:chOff x="914400" y="1142999"/>
            <a:chExt cx="9835535" cy="4260273"/>
          </a:xfrm>
        </p:grpSpPr>
        <p:pic>
          <p:nvPicPr>
            <p:cNvPr id="82948" name="图片 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4400" y="1142999"/>
              <a:ext cx="4684836" cy="4260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2949" name="图片 5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97236" y="1142999"/>
              <a:ext cx="5152699" cy="4260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第八讲 氢原子的量子力学处理</a:t>
            </a:r>
          </a:p>
        </p:txBody>
      </p:sp>
      <p:sp>
        <p:nvSpPr>
          <p:cNvPr id="83971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8.1 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氢原子的定态薛定谔方程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8" name="矩形 7"/>
          <p:cNvSpPr>
            <a:spLocks noChangeArrowheads="1"/>
          </p:cNvSpPr>
          <p:nvPr/>
        </p:nvSpPr>
        <p:spPr bwMode="auto">
          <a:xfrm>
            <a:off x="1298575" y="1865313"/>
            <a:ext cx="37973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电子在原子核的库仑场中运动：</a:t>
            </a:r>
          </a:p>
        </p:txBody>
      </p:sp>
      <p:sp>
        <p:nvSpPr>
          <p:cNvPr id="10" name="矩形 9"/>
          <p:cNvSpPr>
            <a:spLocks noChangeArrowheads="1"/>
          </p:cNvSpPr>
          <p:nvPr/>
        </p:nvSpPr>
        <p:spPr bwMode="auto">
          <a:xfrm>
            <a:off x="1298575" y="2789238"/>
            <a:ext cx="2121093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定态薛定谔方程： </a:t>
            </a:r>
          </a:p>
        </p:txBody>
      </p:sp>
      <p:graphicFrame>
        <p:nvGraphicFramePr>
          <p:cNvPr id="1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465945"/>
              </p:ext>
            </p:extLst>
          </p:nvPr>
        </p:nvGraphicFramePr>
        <p:xfrm>
          <a:off x="4921250" y="1587500"/>
          <a:ext cx="1701800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417" name="Equation" r:id="rId3" imgW="812447" imgH="457002" progId="Equation.DSMT4">
                  <p:embed/>
                </p:oleObj>
              </mc:Choice>
              <mc:Fallback>
                <p:oleObj name="Equation" r:id="rId3" imgW="812447" imgH="457002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1250" y="1587500"/>
                        <a:ext cx="1701800" cy="954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46811090"/>
              </p:ext>
            </p:extLst>
          </p:nvPr>
        </p:nvGraphicFramePr>
        <p:xfrm>
          <a:off x="3154363" y="2536825"/>
          <a:ext cx="3886200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418" name="Equation" r:id="rId5" imgW="2032000" imgH="457200" progId="Equation.DSMT4">
                  <p:embed/>
                </p:oleObj>
              </mc:Choice>
              <mc:Fallback>
                <p:oleObj name="Equation" r:id="rId5" imgW="2032000" imgH="4572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54363" y="2536825"/>
                        <a:ext cx="3886200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9995414"/>
              </p:ext>
            </p:extLst>
          </p:nvPr>
        </p:nvGraphicFramePr>
        <p:xfrm>
          <a:off x="9378950" y="5032375"/>
          <a:ext cx="1928813" cy="1233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419" name="Equation" r:id="rId7" imgW="1091726" imgH="698197" progId="Equation.DSMT4">
                  <p:embed/>
                </p:oleObj>
              </mc:Choice>
              <mc:Fallback>
                <p:oleObj name="Equation" r:id="rId7" imgW="1091726" imgH="698197" progId="Equation.DSMT4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78950" y="5032375"/>
                        <a:ext cx="1928813" cy="1233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63147104"/>
              </p:ext>
            </p:extLst>
          </p:nvPr>
        </p:nvGraphicFramePr>
        <p:xfrm>
          <a:off x="1111250" y="3784600"/>
          <a:ext cx="6992938" cy="85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420" name="Equation" r:id="rId9" imgW="3594100" imgH="444500" progId="Equation.DSMT4">
                  <p:embed/>
                </p:oleObj>
              </mc:Choice>
              <mc:Fallback>
                <p:oleObj name="Equation" r:id="rId9" imgW="3594100" imgH="4445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1250" y="3784600"/>
                        <a:ext cx="6992938" cy="855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39295745"/>
              </p:ext>
            </p:extLst>
          </p:nvPr>
        </p:nvGraphicFramePr>
        <p:xfrm>
          <a:off x="406400" y="5168900"/>
          <a:ext cx="8664575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0421" name="Equation" r:id="rId11" imgW="4851400" imgH="469900" progId="Equation.DSMT4">
                  <p:embed/>
                </p:oleObj>
              </mc:Choice>
              <mc:Fallback>
                <p:oleObj name="Equation" r:id="rId11" imgW="4851400" imgH="469900" progId="Equation.DSMT4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400" y="5168900"/>
                        <a:ext cx="8664575" cy="841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570271" y="879512"/>
            <a:ext cx="3435350" cy="3505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第八讲 氢原子的量子力学处理</a:t>
            </a:r>
          </a:p>
        </p:txBody>
      </p:sp>
      <p:sp>
        <p:nvSpPr>
          <p:cNvPr id="84995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8.1 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氢原子的定态薛定谔方程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776288" y="1735138"/>
            <a:ext cx="31496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分离变量</a:t>
            </a:r>
          </a:p>
        </p:txBody>
      </p:sp>
      <p:graphicFrame>
        <p:nvGraphicFramePr>
          <p:cNvPr id="2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8400203"/>
              </p:ext>
            </p:extLst>
          </p:nvPr>
        </p:nvGraphicFramePr>
        <p:xfrm>
          <a:off x="1997075" y="1746250"/>
          <a:ext cx="2859088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361" name="Equation" r:id="rId3" imgW="1511300" imgH="203200" progId="Equation.DSMT4">
                  <p:embed/>
                </p:oleObj>
              </mc:Choice>
              <mc:Fallback>
                <p:oleObj name="Equation" r:id="rId3" imgW="1511300" imgH="203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7075" y="1746250"/>
                        <a:ext cx="2859088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Rectangle 9"/>
          <p:cNvSpPr>
            <a:spLocks noChangeArrowheads="1"/>
          </p:cNvSpPr>
          <p:nvPr/>
        </p:nvSpPr>
        <p:spPr bwMode="auto">
          <a:xfrm>
            <a:off x="814388" y="2219325"/>
            <a:ext cx="5821362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代入方程，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并用                             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乘以两边： </a:t>
            </a:r>
          </a:p>
        </p:txBody>
      </p:sp>
      <p:graphicFrame>
        <p:nvGraphicFramePr>
          <p:cNvPr id="25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9988390"/>
              </p:ext>
            </p:extLst>
          </p:nvPr>
        </p:nvGraphicFramePr>
        <p:xfrm>
          <a:off x="2735263" y="2189704"/>
          <a:ext cx="1816100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362" name="Equation" r:id="rId5" imgW="1016000" imgH="228600" progId="Equation.DSMT4">
                  <p:embed/>
                </p:oleObj>
              </mc:Choice>
              <mc:Fallback>
                <p:oleObj name="Equation" r:id="rId5" imgW="1016000" imgH="2286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5263" y="2189704"/>
                        <a:ext cx="1816100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41690341"/>
              </p:ext>
            </p:extLst>
          </p:nvPr>
        </p:nvGraphicFramePr>
        <p:xfrm>
          <a:off x="1373188" y="2720975"/>
          <a:ext cx="8794750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363" name="Equation" r:id="rId7" imgW="5029200" imgH="469900" progId="Equation.DSMT4">
                  <p:embed/>
                </p:oleObj>
              </mc:Choice>
              <mc:Fallback>
                <p:oleObj name="Equation" r:id="rId7" imgW="5029200" imgH="4699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3188" y="2720975"/>
                        <a:ext cx="8794750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Rectangle 17"/>
          <p:cNvSpPr>
            <a:spLocks noChangeArrowheads="1"/>
          </p:cNvSpPr>
          <p:nvPr/>
        </p:nvSpPr>
        <p:spPr bwMode="auto">
          <a:xfrm>
            <a:off x="1139825" y="3602038"/>
            <a:ext cx="4440238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l-GR" altLang="zh-CN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λ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是一个与</a:t>
            </a:r>
            <a:r>
              <a:rPr lang="en-US" altLang="zh-CN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r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，</a:t>
            </a:r>
            <a:r>
              <a:rPr lang="el-GR" altLang="zh-CN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θ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，</a:t>
            </a:r>
            <a:r>
              <a:rPr lang="el-GR" altLang="zh-CN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φ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无关的常数。 </a:t>
            </a:r>
          </a:p>
        </p:txBody>
      </p:sp>
      <p:sp>
        <p:nvSpPr>
          <p:cNvPr id="31" name="Rectangle 18"/>
          <p:cNvSpPr>
            <a:spLocks noChangeArrowheads="1"/>
          </p:cNvSpPr>
          <p:nvPr/>
        </p:nvSpPr>
        <p:spPr bwMode="auto">
          <a:xfrm>
            <a:off x="746125" y="4387850"/>
            <a:ext cx="1989138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径向方程：</a:t>
            </a:r>
          </a:p>
        </p:txBody>
      </p:sp>
      <p:graphicFrame>
        <p:nvGraphicFramePr>
          <p:cNvPr id="32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7755629"/>
              </p:ext>
            </p:extLst>
          </p:nvPr>
        </p:nvGraphicFramePr>
        <p:xfrm>
          <a:off x="2168525" y="4117975"/>
          <a:ext cx="6046788" cy="93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364" name="Equation" r:id="rId9" imgW="2921000" imgH="457200" progId="Equation.DSMT4">
                  <p:embed/>
                </p:oleObj>
              </mc:Choice>
              <mc:Fallback>
                <p:oleObj name="Equation" r:id="rId9" imgW="2921000" imgH="4572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8525" y="4117975"/>
                        <a:ext cx="6046788" cy="939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21"/>
          <p:cNvSpPr>
            <a:spLocks noChangeArrowheads="1"/>
          </p:cNvSpPr>
          <p:nvPr/>
        </p:nvSpPr>
        <p:spPr bwMode="auto">
          <a:xfrm>
            <a:off x="836613" y="5440363"/>
            <a:ext cx="16986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角方程：</a:t>
            </a:r>
          </a:p>
        </p:txBody>
      </p:sp>
      <p:graphicFrame>
        <p:nvGraphicFramePr>
          <p:cNvPr id="34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12631401"/>
              </p:ext>
            </p:extLst>
          </p:nvPr>
        </p:nvGraphicFramePr>
        <p:xfrm>
          <a:off x="2166938" y="5173663"/>
          <a:ext cx="527685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365" name="Equation" r:id="rId11" imgW="2489200" imgH="444500" progId="Equation.DSMT4">
                  <p:embed/>
                </p:oleObj>
              </mc:Choice>
              <mc:Fallback>
                <p:oleObj name="Equation" r:id="rId11" imgW="2489200" imgH="4445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6938" y="5173663"/>
                        <a:ext cx="5276850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utoUpdateAnimBg="0"/>
      <p:bldP spid="24" grpId="0"/>
      <p:bldP spid="29" grpId="0"/>
      <p:bldP spid="31" grpId="0"/>
      <p:bldP spid="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第八讲 氢原子的量子力学处理</a:t>
            </a:r>
          </a:p>
        </p:txBody>
      </p:sp>
      <p:sp>
        <p:nvSpPr>
          <p:cNvPr id="86019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8.1 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氢原子的定态薛定谔方程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graphicFrame>
        <p:nvGraphicFramePr>
          <p:cNvPr id="1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45044761"/>
              </p:ext>
            </p:extLst>
          </p:nvPr>
        </p:nvGraphicFramePr>
        <p:xfrm>
          <a:off x="1012825" y="1979613"/>
          <a:ext cx="2341563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239" name="Equation" r:id="rId3" imgW="1269449" imgH="203112" progId="Equation.DSMT4">
                  <p:embed/>
                </p:oleObj>
              </mc:Choice>
              <mc:Fallback>
                <p:oleObj name="Equation" r:id="rId3" imgW="1269449" imgH="203112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2825" y="1979613"/>
                        <a:ext cx="2341563" cy="36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87505327"/>
              </p:ext>
            </p:extLst>
          </p:nvPr>
        </p:nvGraphicFramePr>
        <p:xfrm>
          <a:off x="5260481" y="1766887"/>
          <a:ext cx="4186237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240" name="Equation" r:id="rId5" imgW="2489200" imgH="444500" progId="Equation.DSMT4">
                  <p:embed/>
                </p:oleObj>
              </mc:Choice>
              <mc:Fallback>
                <p:oleObj name="Equation" r:id="rId5" imgW="2489200" imgH="4445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60481" y="1766887"/>
                        <a:ext cx="4186237" cy="741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920750" y="2894013"/>
            <a:ext cx="75184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代入方程，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并用                                    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乘以两边： </a:t>
            </a:r>
          </a:p>
        </p:txBody>
      </p:sp>
      <p:graphicFrame>
        <p:nvGraphicFramePr>
          <p:cNvPr id="2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4582627"/>
              </p:ext>
            </p:extLst>
          </p:nvPr>
        </p:nvGraphicFramePr>
        <p:xfrm>
          <a:off x="2794000" y="2863850"/>
          <a:ext cx="2306638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241" name="Equation" r:id="rId7" imgW="1130300" imgH="228600" progId="Equation.DSMT4">
                  <p:embed/>
                </p:oleObj>
              </mc:Choice>
              <mc:Fallback>
                <p:oleObj name="Equation" r:id="rId7" imgW="1130300" imgH="228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94000" y="2863850"/>
                        <a:ext cx="2306638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3259264"/>
              </p:ext>
            </p:extLst>
          </p:nvPr>
        </p:nvGraphicFramePr>
        <p:xfrm>
          <a:off x="436252" y="3324226"/>
          <a:ext cx="5740200" cy="838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242" name="Equation" r:id="rId9" imgW="5740200" imgH="838080" progId="Equation.DSMT4">
                  <p:embed/>
                </p:oleObj>
              </mc:Choice>
              <mc:Fallback>
                <p:oleObj name="Equation" r:id="rId9" imgW="5740200" imgH="83808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252" y="3324226"/>
                        <a:ext cx="5740200" cy="838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Rectangle 15"/>
          <p:cNvSpPr>
            <a:spLocks noChangeArrowheads="1"/>
          </p:cNvSpPr>
          <p:nvPr/>
        </p:nvSpPr>
        <p:spPr bwMode="auto">
          <a:xfrm>
            <a:off x="1189038" y="4344988"/>
            <a:ext cx="44545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m</a:t>
            </a:r>
            <a:r>
              <a:rPr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是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一个与</a:t>
            </a:r>
            <a:r>
              <a:rPr lang="el-GR" altLang="zh-CN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θ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，</a:t>
            </a:r>
            <a:r>
              <a:rPr lang="el-GR" altLang="zh-CN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ϕ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无关的常数。 </a:t>
            </a:r>
          </a:p>
        </p:txBody>
      </p:sp>
      <p:graphicFrame>
        <p:nvGraphicFramePr>
          <p:cNvPr id="39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0201014"/>
              </p:ext>
            </p:extLst>
          </p:nvPr>
        </p:nvGraphicFramePr>
        <p:xfrm>
          <a:off x="436551" y="4769019"/>
          <a:ext cx="4838400" cy="77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243" name="Equation" r:id="rId11" imgW="4838400" imgH="774360" progId="Equation.DSMT4">
                  <p:embed/>
                </p:oleObj>
              </mc:Choice>
              <mc:Fallback>
                <p:oleObj name="Equation" r:id="rId11" imgW="4838400" imgH="77436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551" y="4769019"/>
                        <a:ext cx="4838400" cy="7743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8961311"/>
              </p:ext>
            </p:extLst>
          </p:nvPr>
        </p:nvGraphicFramePr>
        <p:xfrm>
          <a:off x="436551" y="5765799"/>
          <a:ext cx="1981080" cy="838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244" name="Equation" r:id="rId13" imgW="1981080" imgH="838080" progId="Equation.DSMT4">
                  <p:embed/>
                </p:oleObj>
              </mc:Choice>
              <mc:Fallback>
                <p:oleObj name="Equation" r:id="rId13" imgW="1981080" imgH="83808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6551" y="5765799"/>
                        <a:ext cx="1981080" cy="838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6251593"/>
              </p:ext>
            </p:extLst>
          </p:nvPr>
        </p:nvGraphicFramePr>
        <p:xfrm>
          <a:off x="6362880" y="5174192"/>
          <a:ext cx="4838400" cy="774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245" name="Equation" r:id="rId15" imgW="4838400" imgH="774360" progId="Equation.DSMT4">
                  <p:embed/>
                </p:oleObj>
              </mc:Choice>
              <mc:Fallback>
                <p:oleObj name="Equation" r:id="rId15" imgW="4838400" imgH="77436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2880" y="5174192"/>
                        <a:ext cx="4838400" cy="7743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94342288"/>
              </p:ext>
            </p:extLst>
          </p:nvPr>
        </p:nvGraphicFramePr>
        <p:xfrm>
          <a:off x="6362880" y="6019920"/>
          <a:ext cx="1981080" cy="838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246" name="Equation" r:id="rId17" imgW="1981080" imgH="838080" progId="Equation.DSMT4">
                  <p:embed/>
                </p:oleObj>
              </mc:Choice>
              <mc:Fallback>
                <p:oleObj name="Equation" r:id="rId17" imgW="1981080" imgH="83808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2880" y="6019920"/>
                        <a:ext cx="1981080" cy="838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7962680"/>
              </p:ext>
            </p:extLst>
          </p:nvPr>
        </p:nvGraphicFramePr>
        <p:xfrm>
          <a:off x="6362880" y="4142378"/>
          <a:ext cx="5829120" cy="8506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0247" name="Equation" r:id="rId19" imgW="5829120" imgH="850680" progId="Equation.DSMT4">
                  <p:embed/>
                </p:oleObj>
              </mc:Choice>
              <mc:Fallback>
                <p:oleObj name="Equation" r:id="rId19" imgW="5829120" imgH="85068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62880" y="4142378"/>
                        <a:ext cx="5829120" cy="8506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左大括号 1"/>
          <p:cNvSpPr/>
          <p:nvPr/>
        </p:nvSpPr>
        <p:spPr>
          <a:xfrm>
            <a:off x="5643564" y="4344988"/>
            <a:ext cx="578608" cy="2418121"/>
          </a:xfrm>
          <a:prstGeom prst="leftBrac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6" grpId="0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第八讲 氢原子的量子力学处理</a:t>
            </a:r>
          </a:p>
        </p:txBody>
      </p:sp>
      <p:sp>
        <p:nvSpPr>
          <p:cNvPr id="87043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8.1 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氢原子的定态薛定谔方程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17" name="Rectangle 6"/>
          <p:cNvSpPr>
            <a:spLocks noChangeArrowheads="1"/>
          </p:cNvSpPr>
          <p:nvPr/>
        </p:nvSpPr>
        <p:spPr bwMode="auto">
          <a:xfrm>
            <a:off x="1397000" y="1916113"/>
            <a:ext cx="252571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方程的解</a:t>
            </a:r>
          </a:p>
        </p:txBody>
      </p:sp>
      <p:graphicFrame>
        <p:nvGraphicFramePr>
          <p:cNvPr id="2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7367252"/>
              </p:ext>
            </p:extLst>
          </p:nvPr>
        </p:nvGraphicFramePr>
        <p:xfrm>
          <a:off x="1217613" y="1995488"/>
          <a:ext cx="307975" cy="288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302" r:id="rId3" imgW="164957" imgH="152268" progId="Equation.3">
                  <p:embed/>
                </p:oleObj>
              </mc:Choice>
              <mc:Fallback>
                <p:oleObj r:id="rId3" imgW="164957" imgH="152268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7613" y="1995488"/>
                        <a:ext cx="307975" cy="288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5373037"/>
              </p:ext>
            </p:extLst>
          </p:nvPr>
        </p:nvGraphicFramePr>
        <p:xfrm>
          <a:off x="2717860" y="1726520"/>
          <a:ext cx="1981080" cy="8380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303" name="Equation" r:id="rId5" imgW="1981080" imgH="838080" progId="Equation.DSMT4">
                  <p:embed/>
                </p:oleObj>
              </mc:Choice>
              <mc:Fallback>
                <p:oleObj name="Equation" r:id="rId5" imgW="1981080" imgH="83808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17860" y="1726520"/>
                        <a:ext cx="1981080" cy="83808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 11"/>
          <p:cNvSpPr>
            <a:spLocks noChangeArrowheads="1"/>
          </p:cNvSpPr>
          <p:nvPr/>
        </p:nvSpPr>
        <p:spPr bwMode="auto">
          <a:xfrm>
            <a:off x="1217613" y="2640800"/>
            <a:ext cx="2351087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方程的解为：</a:t>
            </a:r>
          </a:p>
        </p:txBody>
      </p:sp>
      <p:graphicFrame>
        <p:nvGraphicFramePr>
          <p:cNvPr id="27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192854"/>
              </p:ext>
            </p:extLst>
          </p:nvPr>
        </p:nvGraphicFramePr>
        <p:xfrm>
          <a:off x="4116388" y="2581275"/>
          <a:ext cx="1692275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304" name="Equation" r:id="rId7" imgW="850900" imgH="228600" progId="Equation.DSMT4">
                  <p:embed/>
                </p:oleObj>
              </mc:Choice>
              <mc:Fallback>
                <p:oleObj name="Equation" r:id="rId7" imgW="850900" imgH="2286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6388" y="2581275"/>
                        <a:ext cx="1692275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13"/>
          <p:cNvSpPr>
            <a:spLocks noChangeArrowheads="1"/>
          </p:cNvSpPr>
          <p:nvPr/>
        </p:nvSpPr>
        <p:spPr bwMode="auto">
          <a:xfrm>
            <a:off x="1192212" y="3313113"/>
            <a:ext cx="22637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波函数单值： </a:t>
            </a:r>
          </a:p>
        </p:txBody>
      </p:sp>
      <p:graphicFrame>
        <p:nvGraphicFramePr>
          <p:cNvPr id="29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8355188"/>
              </p:ext>
            </p:extLst>
          </p:nvPr>
        </p:nvGraphicFramePr>
        <p:xfrm>
          <a:off x="3035300" y="3355361"/>
          <a:ext cx="241272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305" name="Equation" r:id="rId9" imgW="2412720" imgH="342720" progId="Equation.DSMT4">
                  <p:embed/>
                </p:oleObj>
              </mc:Choice>
              <mc:Fallback>
                <p:oleObj name="Equation" r:id="rId9" imgW="2412720" imgH="34272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5300" y="3355361"/>
                        <a:ext cx="2412720" cy="3427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8471108"/>
              </p:ext>
            </p:extLst>
          </p:nvPr>
        </p:nvGraphicFramePr>
        <p:xfrm>
          <a:off x="2828985" y="4024492"/>
          <a:ext cx="403848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306" name="Equation" r:id="rId11" imgW="4038480" imgH="342720" progId="Equation.DSMT4">
                  <p:embed/>
                </p:oleObj>
              </mc:Choice>
              <mc:Fallback>
                <p:oleObj name="Equation" r:id="rId11" imgW="4038480" imgH="34272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8985" y="4024492"/>
                        <a:ext cx="4038480" cy="3427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6682421"/>
              </p:ext>
            </p:extLst>
          </p:nvPr>
        </p:nvGraphicFramePr>
        <p:xfrm>
          <a:off x="2885092" y="4529137"/>
          <a:ext cx="430524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307" name="Equation" r:id="rId13" imgW="4305240" imgH="342720" progId="Equation.DSMT4">
                  <p:embed/>
                </p:oleObj>
              </mc:Choice>
              <mc:Fallback>
                <p:oleObj name="Equation" r:id="rId13" imgW="4305240" imgH="34272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5092" y="4529137"/>
                        <a:ext cx="4305240" cy="3427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Rectangle 17"/>
          <p:cNvSpPr>
            <a:spLocks noChangeArrowheads="1"/>
          </p:cNvSpPr>
          <p:nvPr/>
        </p:nvSpPr>
        <p:spPr bwMode="auto">
          <a:xfrm>
            <a:off x="1298575" y="5145088"/>
            <a:ext cx="24098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波函数归一化：</a:t>
            </a:r>
          </a:p>
        </p:txBody>
      </p:sp>
      <p:graphicFrame>
        <p:nvGraphicFramePr>
          <p:cNvPr id="33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39324035"/>
              </p:ext>
            </p:extLst>
          </p:nvPr>
        </p:nvGraphicFramePr>
        <p:xfrm>
          <a:off x="3271838" y="5033963"/>
          <a:ext cx="4130675" cy="622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308" name="Equation" r:id="rId15" imgW="2184400" imgH="330200" progId="Equation.DSMT4">
                  <p:embed/>
                </p:oleObj>
              </mc:Choice>
              <mc:Fallback>
                <p:oleObj name="Equation" r:id="rId15" imgW="2184400" imgH="3302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1838" y="5033963"/>
                        <a:ext cx="4130675" cy="622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4435288"/>
              </p:ext>
            </p:extLst>
          </p:nvPr>
        </p:nvGraphicFramePr>
        <p:xfrm>
          <a:off x="7897813" y="4972050"/>
          <a:ext cx="1092200" cy="74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309" name="Equation" r:id="rId17" imgW="634725" imgH="431613" progId="Equation.DSMT4">
                  <p:embed/>
                </p:oleObj>
              </mc:Choice>
              <mc:Fallback>
                <p:oleObj name="Equation" r:id="rId17" imgW="634725" imgH="431613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7813" y="4972050"/>
                        <a:ext cx="1092200" cy="74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54429886"/>
              </p:ext>
            </p:extLst>
          </p:nvPr>
        </p:nvGraphicFramePr>
        <p:xfrm>
          <a:off x="2324100" y="5818188"/>
          <a:ext cx="1966913" cy="784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310" name="Equation" r:id="rId19" imgW="1079032" imgH="431613" progId="Equation.DSMT4">
                  <p:embed/>
                </p:oleObj>
              </mc:Choice>
              <mc:Fallback>
                <p:oleObj name="Equation" r:id="rId19" imgW="1079032" imgH="431613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4100" y="5818188"/>
                        <a:ext cx="1966913" cy="784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826513"/>
              </p:ext>
            </p:extLst>
          </p:nvPr>
        </p:nvGraphicFramePr>
        <p:xfrm>
          <a:off x="4573588" y="6011863"/>
          <a:ext cx="2684462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1311" name="Equation" r:id="rId21" imgW="1358310" imgH="203112" progId="Equation.DSMT4">
                  <p:embed/>
                </p:oleObj>
              </mc:Choice>
              <mc:Fallback>
                <p:oleObj name="Equation" r:id="rId21" imgW="1358310" imgH="203112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3588" y="6011863"/>
                        <a:ext cx="2684462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6" grpId="0"/>
      <p:bldP spid="28" grpId="0"/>
      <p:bldP spid="3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第八讲 氢原子的量子力学处理</a:t>
            </a:r>
          </a:p>
        </p:txBody>
      </p:sp>
      <p:sp>
        <p:nvSpPr>
          <p:cNvPr id="88067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8.1 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氢原子的定态薛定谔方程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1589088" y="1952625"/>
            <a:ext cx="340995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方程的解</a:t>
            </a:r>
          </a:p>
        </p:txBody>
      </p:sp>
      <p:graphicFrame>
        <p:nvGraphicFramePr>
          <p:cNvPr id="2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7412104"/>
              </p:ext>
            </p:extLst>
          </p:nvPr>
        </p:nvGraphicFramePr>
        <p:xfrm>
          <a:off x="1355725" y="1966913"/>
          <a:ext cx="344488" cy="38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651" r:id="rId3" imgW="164814" imgH="177492" progId="Equation.3">
                  <p:embed/>
                </p:oleObj>
              </mc:Choice>
              <mc:Fallback>
                <p:oleObj r:id="rId3" imgW="164814" imgH="17749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5725" y="1966913"/>
                        <a:ext cx="344488" cy="38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1948404"/>
              </p:ext>
            </p:extLst>
          </p:nvPr>
        </p:nvGraphicFramePr>
        <p:xfrm>
          <a:off x="3303588" y="1773238"/>
          <a:ext cx="4467225" cy="706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652" name="Equation" r:id="rId5" imgW="2451100" imgH="419100" progId="Equation.DSMT4">
                  <p:embed/>
                </p:oleObj>
              </mc:Choice>
              <mc:Fallback>
                <p:oleObj name="Equation" r:id="rId5" imgW="2451100" imgH="4191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03588" y="1773238"/>
                        <a:ext cx="4467225" cy="706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49775882"/>
              </p:ext>
            </p:extLst>
          </p:nvPr>
        </p:nvGraphicFramePr>
        <p:xfrm>
          <a:off x="1363980" y="3378200"/>
          <a:ext cx="1371600" cy="3427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653" name="Equation" r:id="rId7" imgW="1371600" imgH="342720" progId="Equation.DSMT4">
                  <p:embed/>
                </p:oleObj>
              </mc:Choice>
              <mc:Fallback>
                <p:oleObj name="Equation" r:id="rId7" imgW="1371600" imgH="34272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3980" y="3378200"/>
                        <a:ext cx="1371600" cy="3427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63576056"/>
              </p:ext>
            </p:extLst>
          </p:nvPr>
        </p:nvGraphicFramePr>
        <p:xfrm>
          <a:off x="3313113" y="3319463"/>
          <a:ext cx="21939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654" name="Equation" r:id="rId9" imgW="1016000" imgH="203200" progId="Equation.DSMT4">
                  <p:embed/>
                </p:oleObj>
              </mc:Choice>
              <mc:Fallback>
                <p:oleObj name="Equation" r:id="rId9" imgW="1016000" imgH="2032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3113" y="3319463"/>
                        <a:ext cx="21939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2865882"/>
              </p:ext>
            </p:extLst>
          </p:nvPr>
        </p:nvGraphicFramePr>
        <p:xfrm>
          <a:off x="5688013" y="3295650"/>
          <a:ext cx="844550" cy="47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655" name="Equation" r:id="rId11" imgW="431613" imgH="241195" progId="Equation.DSMT4">
                  <p:embed/>
                </p:oleObj>
              </mc:Choice>
              <mc:Fallback>
                <p:oleObj name="Equation" r:id="rId11" imgW="431613" imgH="241195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88013" y="3295650"/>
                        <a:ext cx="844550" cy="479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9735193"/>
              </p:ext>
            </p:extLst>
          </p:nvPr>
        </p:nvGraphicFramePr>
        <p:xfrm>
          <a:off x="7100094" y="3370302"/>
          <a:ext cx="3035160" cy="33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656" name="Equation" r:id="rId13" imgW="3035160" imgH="330120" progId="Equation.DSMT4">
                  <p:embed/>
                </p:oleObj>
              </mc:Choice>
              <mc:Fallback>
                <p:oleObj name="Equation" r:id="rId13" imgW="3035160" imgH="33012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0094" y="3370302"/>
                        <a:ext cx="3035160" cy="3301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Rectangle 19"/>
          <p:cNvSpPr>
            <a:spLocks noChangeArrowheads="1"/>
          </p:cNvSpPr>
          <p:nvPr/>
        </p:nvSpPr>
        <p:spPr bwMode="auto">
          <a:xfrm>
            <a:off x="955675" y="3911600"/>
            <a:ext cx="493395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方程的解为关联勒让德多项式： </a:t>
            </a:r>
          </a:p>
        </p:txBody>
      </p:sp>
      <p:graphicFrame>
        <p:nvGraphicFramePr>
          <p:cNvPr id="47" name="Object 2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8955915"/>
              </p:ext>
            </p:extLst>
          </p:nvPr>
        </p:nvGraphicFramePr>
        <p:xfrm>
          <a:off x="1154113" y="4502150"/>
          <a:ext cx="2665412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657" name="Equation" r:id="rId15" imgW="1485255" imgH="253890" progId="Equation.DSMT4">
                  <p:embed/>
                </p:oleObj>
              </mc:Choice>
              <mc:Fallback>
                <p:oleObj name="Equation" r:id="rId15" imgW="1485255" imgH="25389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4113" y="4502150"/>
                        <a:ext cx="2665412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6431677"/>
              </p:ext>
            </p:extLst>
          </p:nvPr>
        </p:nvGraphicFramePr>
        <p:xfrm>
          <a:off x="4214813" y="4527550"/>
          <a:ext cx="223837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658" name="Equation" r:id="rId17" imgW="1016000" imgH="203200" progId="Equation.DSMT4">
                  <p:embed/>
                </p:oleObj>
              </mc:Choice>
              <mc:Fallback>
                <p:oleObj name="Equation" r:id="rId17" imgW="1016000" imgH="2032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4813" y="4527550"/>
                        <a:ext cx="2238375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065897"/>
              </p:ext>
            </p:extLst>
          </p:nvPr>
        </p:nvGraphicFramePr>
        <p:xfrm>
          <a:off x="2162175" y="5337175"/>
          <a:ext cx="2563813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659" name="Equation" r:id="rId19" imgW="1536700" imgH="520700" progId="Equation.DSMT4">
                  <p:embed/>
                </p:oleObj>
              </mc:Choice>
              <mc:Fallback>
                <p:oleObj name="Equation" r:id="rId19" imgW="1536700" imgH="5207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62175" y="5337175"/>
                        <a:ext cx="2563813" cy="876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2007233"/>
              </p:ext>
            </p:extLst>
          </p:nvPr>
        </p:nvGraphicFramePr>
        <p:xfrm>
          <a:off x="5008563" y="5380038"/>
          <a:ext cx="4183062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660" name="Equation" r:id="rId21" imgW="2451100" imgH="444500" progId="Equation.DSMT4">
                  <p:embed/>
                </p:oleObj>
              </mc:Choice>
              <mc:Fallback>
                <p:oleObj name="Equation" r:id="rId21" imgW="2451100" imgH="444500" progId="Equation.DSMT4">
                  <p:embed/>
                  <p:pic>
                    <p:nvPicPr>
                      <p:cNvPr id="0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8563" y="5380038"/>
                        <a:ext cx="4183062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3936008"/>
              </p:ext>
            </p:extLst>
          </p:nvPr>
        </p:nvGraphicFramePr>
        <p:xfrm>
          <a:off x="10135254" y="5570537"/>
          <a:ext cx="1262063" cy="377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661" name="Equation" r:id="rId23" imgW="609336" imgH="177723" progId="Equation.DSMT4">
                  <p:embed/>
                </p:oleObj>
              </mc:Choice>
              <mc:Fallback>
                <p:oleObj name="Equation" r:id="rId23" imgW="609336" imgH="177723" progId="Equation.DSMT4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35254" y="5570537"/>
                        <a:ext cx="1262063" cy="377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82" name="矩形 1"/>
          <p:cNvSpPr>
            <a:spLocks noChangeArrowheads="1"/>
          </p:cNvSpPr>
          <p:nvPr/>
        </p:nvSpPr>
        <p:spPr bwMode="auto">
          <a:xfrm>
            <a:off x="876300" y="2559050"/>
            <a:ext cx="10167938" cy="5078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18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关联勒让德方程。求解过程中发现，为了得到符合波函数标准条件的解，必须对     和      加以限制：</a:t>
            </a:r>
          </a:p>
        </p:txBody>
      </p:sp>
      <p:graphicFrame>
        <p:nvGraphicFramePr>
          <p:cNvPr id="8808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4735476"/>
              </p:ext>
            </p:extLst>
          </p:nvPr>
        </p:nvGraphicFramePr>
        <p:xfrm>
          <a:off x="9505950" y="2660650"/>
          <a:ext cx="288925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662" name="公式" r:id="rId25" imgW="164957" imgH="139579" progId="Equation.3">
                  <p:embed/>
                </p:oleObj>
              </mc:Choice>
              <mc:Fallback>
                <p:oleObj name="公式" r:id="rId25" imgW="164957" imgH="139579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05950" y="2660650"/>
                        <a:ext cx="288925" cy="303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8084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45566964"/>
              </p:ext>
            </p:extLst>
          </p:nvPr>
        </p:nvGraphicFramePr>
        <p:xfrm>
          <a:off x="9018588" y="2635250"/>
          <a:ext cx="234950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663" r:id="rId27" imgW="139579" imgH="177646" progId="Equation.3">
                  <p:embed/>
                </p:oleObj>
              </mc:Choice>
              <mc:Fallback>
                <p:oleObj r:id="rId27" imgW="139579" imgH="177646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18588" y="2635250"/>
                        <a:ext cx="234950" cy="35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对象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84773479"/>
              </p:ext>
            </p:extLst>
          </p:nvPr>
        </p:nvGraphicFramePr>
        <p:xfrm>
          <a:off x="6600825" y="4568826"/>
          <a:ext cx="3028950" cy="323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1664" name="Equation" r:id="rId29" imgW="3029061" imgH="323981" progId="Equation.DSMT4">
                  <p:embed/>
                </p:oleObj>
              </mc:Choice>
              <mc:Fallback>
                <p:oleObj name="Equation" r:id="rId29" imgW="3029061" imgH="323981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6600825" y="4568826"/>
                        <a:ext cx="3028950" cy="3238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88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88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8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8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80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80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46" grpId="0" autoUpdateAnimBg="0"/>
      <p:bldP spid="8808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第八讲 氢原子的量子力学处理</a:t>
            </a:r>
          </a:p>
        </p:txBody>
      </p:sp>
      <p:sp>
        <p:nvSpPr>
          <p:cNvPr id="89091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8.1 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氢原子的定态薛定谔方程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graphicFrame>
        <p:nvGraphicFramePr>
          <p:cNvPr id="8909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8520003"/>
              </p:ext>
            </p:extLst>
          </p:nvPr>
        </p:nvGraphicFramePr>
        <p:xfrm>
          <a:off x="1033463" y="2063750"/>
          <a:ext cx="2751137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396" name="Equation" r:id="rId3" imgW="1485255" imgH="253890" progId="Equation.DSMT4">
                  <p:embed/>
                </p:oleObj>
              </mc:Choice>
              <mc:Fallback>
                <p:oleObj name="Equation" r:id="rId3" imgW="1485255" imgH="25389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3463" y="2063750"/>
                        <a:ext cx="2751137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9764142"/>
              </p:ext>
            </p:extLst>
          </p:nvPr>
        </p:nvGraphicFramePr>
        <p:xfrm>
          <a:off x="3930650" y="1843088"/>
          <a:ext cx="2846388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397" name="Equation" r:id="rId5" imgW="1536700" imgH="520700" progId="Equation.DSMT4">
                  <p:embed/>
                </p:oleObj>
              </mc:Choice>
              <mc:Fallback>
                <p:oleObj name="Equation" r:id="rId5" imgW="1536700" imgH="5207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30650" y="1843088"/>
                        <a:ext cx="2846388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64169845"/>
              </p:ext>
            </p:extLst>
          </p:nvPr>
        </p:nvGraphicFramePr>
        <p:xfrm>
          <a:off x="7288213" y="1946275"/>
          <a:ext cx="4533900" cy="820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398" name="Equation" r:id="rId7" imgW="2451100" imgH="444500" progId="Equation.DSMT4">
                  <p:embed/>
                </p:oleObj>
              </mc:Choice>
              <mc:Fallback>
                <p:oleObj name="Equation" r:id="rId7" imgW="2451100" imgH="4445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88213" y="1946275"/>
                        <a:ext cx="4533900" cy="820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909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8897516"/>
              </p:ext>
            </p:extLst>
          </p:nvPr>
        </p:nvGraphicFramePr>
        <p:xfrm>
          <a:off x="1785938" y="3013075"/>
          <a:ext cx="8826500" cy="355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5399" name="Equation" r:id="rId9" imgW="4559300" imgH="1790700" progId="Equation.DSMT4">
                  <p:embed/>
                </p:oleObj>
              </mc:Choice>
              <mc:Fallback>
                <p:oleObj name="Equation" r:id="rId9" imgW="4559300" imgH="17907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938" y="3013075"/>
                        <a:ext cx="8826500" cy="355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第八讲 氢原子的量子力学处理</a:t>
            </a:r>
          </a:p>
        </p:txBody>
      </p:sp>
      <p:sp>
        <p:nvSpPr>
          <p:cNvPr id="90115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8.1 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氢原子的定态薛定谔方程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35" name="Rectangle 5"/>
          <p:cNvSpPr>
            <a:spLocks noChangeArrowheads="1"/>
          </p:cNvSpPr>
          <p:nvPr/>
        </p:nvSpPr>
        <p:spPr bwMode="auto">
          <a:xfrm>
            <a:off x="1168400" y="2074863"/>
            <a:ext cx="28162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R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方程的解</a:t>
            </a:r>
          </a:p>
        </p:txBody>
      </p:sp>
      <p:graphicFrame>
        <p:nvGraphicFramePr>
          <p:cNvPr id="43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24153305"/>
              </p:ext>
            </p:extLst>
          </p:nvPr>
        </p:nvGraphicFramePr>
        <p:xfrm>
          <a:off x="3040063" y="1860550"/>
          <a:ext cx="5462587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552" name="Equation" r:id="rId3" imgW="2997200" imgH="457200" progId="Equation.DSMT4">
                  <p:embed/>
                </p:oleObj>
              </mc:Choice>
              <mc:Fallback>
                <p:oleObj name="Equation" r:id="rId3" imgW="2997200" imgH="457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0063" y="1860550"/>
                        <a:ext cx="5462587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" name="Rectangle 8"/>
          <p:cNvSpPr>
            <a:spLocks noChangeArrowheads="1"/>
          </p:cNvSpPr>
          <p:nvPr/>
        </p:nvSpPr>
        <p:spPr bwMode="auto">
          <a:xfrm>
            <a:off x="1041400" y="2792413"/>
            <a:ext cx="689451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关联拉盖尔方程，方程的解为关联拉盖尔多项式</a:t>
            </a:r>
          </a:p>
        </p:txBody>
      </p:sp>
      <p:graphicFrame>
        <p:nvGraphicFramePr>
          <p:cNvPr id="4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1771534"/>
              </p:ext>
            </p:extLst>
          </p:nvPr>
        </p:nvGraphicFramePr>
        <p:xfrm>
          <a:off x="2335213" y="3338513"/>
          <a:ext cx="3025775" cy="573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553" name="Equation" r:id="rId5" imgW="1663700" imgH="342900" progId="Equation.DSMT4">
                  <p:embed/>
                </p:oleObj>
              </mc:Choice>
              <mc:Fallback>
                <p:oleObj name="Equation" r:id="rId5" imgW="1663700" imgH="3429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5213" y="3338513"/>
                        <a:ext cx="3025775" cy="573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6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5311316"/>
              </p:ext>
            </p:extLst>
          </p:nvPr>
        </p:nvGraphicFramePr>
        <p:xfrm>
          <a:off x="6011863" y="3230563"/>
          <a:ext cx="992187" cy="788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554" name="Equation" r:id="rId7" imgW="558558" imgH="444307" progId="Equation.DSMT4">
                  <p:embed/>
                </p:oleObj>
              </mc:Choice>
              <mc:Fallback>
                <p:oleObj name="Equation" r:id="rId7" imgW="558558" imgH="444307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3230563"/>
                        <a:ext cx="992187" cy="788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2507829"/>
              </p:ext>
            </p:extLst>
          </p:nvPr>
        </p:nvGraphicFramePr>
        <p:xfrm>
          <a:off x="2152650" y="4068763"/>
          <a:ext cx="5132388" cy="715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555" name="Equation" r:id="rId9" imgW="3187700" imgH="444500" progId="Equation.DSMT4">
                  <p:embed/>
                </p:oleObj>
              </mc:Choice>
              <mc:Fallback>
                <p:oleObj name="Equation" r:id="rId9" imgW="3187700" imgH="4445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52650" y="4068763"/>
                        <a:ext cx="5132388" cy="715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1176641"/>
              </p:ext>
            </p:extLst>
          </p:nvPr>
        </p:nvGraphicFramePr>
        <p:xfrm>
          <a:off x="1222375" y="5018088"/>
          <a:ext cx="2897188" cy="754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556" name="Equation" r:id="rId11" imgW="1866900" imgH="482600" progId="Equation.DSMT4">
                  <p:embed/>
                </p:oleObj>
              </mc:Choice>
              <mc:Fallback>
                <p:oleObj name="Equation" r:id="rId11" imgW="1866900" imgH="4826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22375" y="5018088"/>
                        <a:ext cx="2897188" cy="754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46678066"/>
              </p:ext>
            </p:extLst>
          </p:nvPr>
        </p:nvGraphicFramePr>
        <p:xfrm>
          <a:off x="4805363" y="5218113"/>
          <a:ext cx="1617662" cy="354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557" name="Equation" r:id="rId13" imgW="914400" imgH="203200" progId="Equation.DSMT4">
                  <p:embed/>
                </p:oleObj>
              </mc:Choice>
              <mc:Fallback>
                <p:oleObj name="Equation" r:id="rId13" imgW="914400" imgH="2032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5363" y="5218113"/>
                        <a:ext cx="1617662" cy="354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7372999"/>
              </p:ext>
            </p:extLst>
          </p:nvPr>
        </p:nvGraphicFramePr>
        <p:xfrm>
          <a:off x="6845300" y="5235575"/>
          <a:ext cx="189865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558" name="Equation" r:id="rId15" imgW="1193800" imgH="203200" progId="Equation.DSMT4">
                  <p:embed/>
                </p:oleObj>
              </mc:Choice>
              <mc:Fallback>
                <p:oleObj name="Equation" r:id="rId15" imgW="1193800" imgH="2032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5300" y="5235575"/>
                        <a:ext cx="189865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1837407"/>
              </p:ext>
            </p:extLst>
          </p:nvPr>
        </p:nvGraphicFramePr>
        <p:xfrm>
          <a:off x="2284413" y="5916613"/>
          <a:ext cx="1296987" cy="684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6559" name="Equation" r:id="rId17" imgW="800100" imgH="419100" progId="Equation.DSMT4">
                  <p:embed/>
                </p:oleObj>
              </mc:Choice>
              <mc:Fallback>
                <p:oleObj name="Equation" r:id="rId17" imgW="800100" imgH="419100" progId="Equation.DSMT4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4413" y="5916613"/>
                        <a:ext cx="1296987" cy="684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5" name="Rectangle 23"/>
          <p:cNvSpPr>
            <a:spLocks noChangeArrowheads="1"/>
          </p:cNvSpPr>
          <p:nvPr/>
        </p:nvSpPr>
        <p:spPr bwMode="auto">
          <a:xfrm>
            <a:off x="3981450" y="6059488"/>
            <a:ext cx="1989138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玻尔半径</a:t>
            </a:r>
          </a:p>
        </p:txBody>
      </p:sp>
      <p:sp>
        <p:nvSpPr>
          <p:cNvPr id="56" name="Rectangle 26"/>
          <p:cNvSpPr>
            <a:spLocks noChangeArrowheads="1"/>
          </p:cNvSpPr>
          <p:nvPr/>
        </p:nvSpPr>
        <p:spPr bwMode="auto">
          <a:xfrm>
            <a:off x="6194425" y="5662613"/>
            <a:ext cx="499427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只要给出了</a:t>
            </a:r>
            <a:r>
              <a:rPr lang="en-US" altLang="zh-CN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n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、</a:t>
            </a:r>
            <a:r>
              <a:rPr lang="en-US" altLang="zh-CN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l</a:t>
            </a:r>
            <a:r>
              <a:rPr lang="zh-CN" altLang="en-US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、</a:t>
            </a:r>
            <a:r>
              <a:rPr lang="en-US" altLang="zh-CN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的一对具体的数值，就可以得到一个満足标准条件的解。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  <p:bldP spid="44" grpId="0" autoUpdateAnimBg="0"/>
      <p:bldP spid="55" grpId="0" autoUpdateAnimBg="0"/>
      <p:bldP spid="56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第八讲 氢原子的量子力学处理</a:t>
            </a:r>
          </a:p>
        </p:txBody>
      </p:sp>
      <p:sp>
        <p:nvSpPr>
          <p:cNvPr id="91139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8.1 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氢原子的定态薛定谔方程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1077913" y="1738313"/>
            <a:ext cx="3773487" cy="401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氢原子的波函数</a:t>
            </a:r>
          </a:p>
        </p:txBody>
      </p:sp>
      <p:graphicFrame>
        <p:nvGraphicFramePr>
          <p:cNvPr id="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1410996"/>
              </p:ext>
            </p:extLst>
          </p:nvPr>
        </p:nvGraphicFramePr>
        <p:xfrm>
          <a:off x="1806575" y="2174875"/>
          <a:ext cx="5821363" cy="68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326" name="Equation" r:id="rId3" imgW="2247900" imgH="241300" progId="Equation.DSMT4">
                  <p:embed/>
                </p:oleObj>
              </mc:Choice>
              <mc:Fallback>
                <p:oleObj name="Equation" r:id="rId3" imgW="2247900" imgH="2413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6575" y="2174875"/>
                        <a:ext cx="5821363" cy="68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8802251"/>
              </p:ext>
            </p:extLst>
          </p:nvPr>
        </p:nvGraphicFramePr>
        <p:xfrm>
          <a:off x="1597025" y="3130550"/>
          <a:ext cx="2089150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327" r:id="rId5" imgW="837836" imgH="203112" progId="Equation.3">
                  <p:embed/>
                </p:oleObj>
              </mc:Choice>
              <mc:Fallback>
                <p:oleObj r:id="rId5" imgW="837836" imgH="203112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7025" y="3130550"/>
                        <a:ext cx="2089150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43631279"/>
              </p:ext>
            </p:extLst>
          </p:nvPr>
        </p:nvGraphicFramePr>
        <p:xfrm>
          <a:off x="3908425" y="3124200"/>
          <a:ext cx="279717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328" r:id="rId7" imgW="1091726" imgH="203112" progId="Equation.3">
                  <p:embed/>
                </p:oleObj>
              </mc:Choice>
              <mc:Fallback>
                <p:oleObj r:id="rId7" imgW="1091726" imgH="203112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8425" y="3124200"/>
                        <a:ext cx="2797175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72698023"/>
              </p:ext>
            </p:extLst>
          </p:nvPr>
        </p:nvGraphicFramePr>
        <p:xfrm>
          <a:off x="6929438" y="3095625"/>
          <a:ext cx="3395662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2329" r:id="rId9" imgW="1447172" imgH="203112" progId="Equation.3">
                  <p:embed/>
                </p:oleObj>
              </mc:Choice>
              <mc:Fallback>
                <p:oleObj r:id="rId9" imgW="1447172" imgH="203112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29438" y="3095625"/>
                        <a:ext cx="3395662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Rectangle 16"/>
          <p:cNvSpPr>
            <a:spLocks noChangeArrowheads="1"/>
          </p:cNvSpPr>
          <p:nvPr/>
        </p:nvSpPr>
        <p:spPr bwMode="auto">
          <a:xfrm>
            <a:off x="1077913" y="3625850"/>
            <a:ext cx="10285412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对应一组量子数</a:t>
            </a:r>
            <a:r>
              <a:rPr lang="en-US" altLang="zh-CN" sz="2000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n</a:t>
            </a:r>
            <a:r>
              <a:rPr lang="en-US" altLang="zh-CN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l</a:t>
            </a:r>
            <a:r>
              <a:rPr lang="en-US" altLang="zh-CN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m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，就能给出</a:t>
            </a:r>
            <a:r>
              <a:rPr lang="el-GR" altLang="zh-CN" sz="2000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Ψ</a:t>
            </a:r>
            <a:r>
              <a:rPr lang="en-US" altLang="zh-CN" sz="2000" b="1" i="1" baseline="-25000" dirty="0" err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n,l,m</a:t>
            </a:r>
            <a:r>
              <a:rPr lang="zh-CN" altLang="en-US" sz="2000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 </a:t>
            </a:r>
            <a:r>
              <a:rPr lang="en-US" altLang="zh-CN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(</a:t>
            </a:r>
            <a:r>
              <a:rPr lang="en-US" altLang="zh-CN" sz="2000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r</a:t>
            </a:r>
            <a:r>
              <a:rPr lang="en-US" altLang="zh-CN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,</a:t>
            </a:r>
            <a:r>
              <a:rPr lang="el-GR" altLang="zh-CN" sz="2000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θ</a:t>
            </a:r>
            <a:r>
              <a:rPr lang="en-US" altLang="zh-CN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,</a:t>
            </a:r>
            <a:r>
              <a:rPr lang="el-GR" altLang="zh-CN" sz="2000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ϕ</a:t>
            </a:r>
            <a:r>
              <a:rPr lang="en-US" altLang="zh-CN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)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 波函数的一个具体形式，因此</a:t>
            </a:r>
            <a:r>
              <a:rPr lang="en-US" altLang="zh-CN" sz="2000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n</a:t>
            </a:r>
            <a:r>
              <a:rPr lang="en-US" altLang="zh-CN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l</a:t>
            </a:r>
            <a:r>
              <a:rPr lang="en-US" altLang="zh-CN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m</a:t>
            </a:r>
            <a:r>
              <a:rPr lang="en-US" altLang="zh-CN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,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确定了原子的状态。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utoUpdateAnimBg="0"/>
      <p:bldP spid="28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第八讲 氢原子的量子力学处理</a:t>
            </a:r>
          </a:p>
        </p:txBody>
      </p:sp>
      <p:sp>
        <p:nvSpPr>
          <p:cNvPr id="93187" name="内容占位符 2"/>
          <p:cNvSpPr txBox="1">
            <a:spLocks/>
          </p:cNvSpPr>
          <p:nvPr/>
        </p:nvSpPr>
        <p:spPr bwMode="auto">
          <a:xfrm>
            <a:off x="1298576" y="1284288"/>
            <a:ext cx="5404150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8.2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量子力学对氢原子运动状态的描绘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33" name="Text Box 13"/>
          <p:cNvSpPr txBox="1">
            <a:spLocks noChangeArrowheads="1"/>
          </p:cNvSpPr>
          <p:nvPr/>
        </p:nvSpPr>
        <p:spPr bwMode="auto">
          <a:xfrm>
            <a:off x="823913" y="1806575"/>
            <a:ext cx="57181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电子的几率分布</a:t>
            </a:r>
          </a:p>
        </p:txBody>
      </p:sp>
      <p:graphicFrame>
        <p:nvGraphicFramePr>
          <p:cNvPr id="93189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023239"/>
              </p:ext>
            </p:extLst>
          </p:nvPr>
        </p:nvGraphicFramePr>
        <p:xfrm>
          <a:off x="1298575" y="2292350"/>
          <a:ext cx="7769225" cy="701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075" name="Equation" r:id="rId3" imgW="3263900" imgH="292100" progId="Equation.DSMT4">
                  <p:embed/>
                </p:oleObj>
              </mc:Choice>
              <mc:Fallback>
                <p:oleObj name="Equation" r:id="rId3" imgW="3263900" imgH="2921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8575" y="2292350"/>
                        <a:ext cx="7769225" cy="701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0" name="Rectangle 16"/>
          <p:cNvSpPr>
            <a:spLocks noChangeArrowheads="1"/>
          </p:cNvSpPr>
          <p:nvPr/>
        </p:nvSpPr>
        <p:spPr bwMode="auto">
          <a:xfrm>
            <a:off x="931863" y="4572000"/>
            <a:ext cx="2836862" cy="401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在球坐标中，</a:t>
            </a:r>
          </a:p>
        </p:txBody>
      </p:sp>
      <p:graphicFrame>
        <p:nvGraphicFramePr>
          <p:cNvPr id="9319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2169764"/>
              </p:ext>
            </p:extLst>
          </p:nvPr>
        </p:nvGraphicFramePr>
        <p:xfrm>
          <a:off x="1298575" y="3595688"/>
          <a:ext cx="6497638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076" name="Equation" r:id="rId5" imgW="2705100" imgH="292100" progId="Equation.DSMT4">
                  <p:embed/>
                </p:oleObj>
              </mc:Choice>
              <mc:Fallback>
                <p:oleObj name="Equation" r:id="rId5" imgW="2705100" imgH="2921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8575" y="3595688"/>
                        <a:ext cx="6497638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92" name="矩形 6"/>
          <p:cNvSpPr>
            <a:spLocks noChangeArrowheads="1"/>
          </p:cNvSpPr>
          <p:nvPr/>
        </p:nvSpPr>
        <p:spPr bwMode="auto">
          <a:xfrm>
            <a:off x="854075" y="3122613"/>
            <a:ext cx="54102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因此，在</a:t>
            </a:r>
            <a:r>
              <a:rPr lang="en-US" altLang="zh-CN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r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,</a:t>
            </a:r>
            <a:r>
              <a:rPr lang="el-GR" altLang="zh-CN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θ</a:t>
            </a: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,</a:t>
            </a:r>
            <a:r>
              <a:rPr lang="el-GR" altLang="zh-CN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ϕ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附近、</a:t>
            </a:r>
            <a:r>
              <a:rPr lang="en-US" altLang="zh-CN" b="1" i="1" dirty="0" err="1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dV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内找到电子的几率为：</a:t>
            </a:r>
          </a:p>
        </p:txBody>
      </p:sp>
      <p:graphicFrame>
        <p:nvGraphicFramePr>
          <p:cNvPr id="9319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6012579"/>
              </p:ext>
            </p:extLst>
          </p:nvPr>
        </p:nvGraphicFramePr>
        <p:xfrm>
          <a:off x="2579688" y="4514850"/>
          <a:ext cx="3297237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077" name="Equation" r:id="rId7" imgW="1333500" imgH="228600" progId="Equation.DSMT4">
                  <p:embed/>
                </p:oleObj>
              </mc:Choice>
              <mc:Fallback>
                <p:oleObj name="Equation" r:id="rId7" imgW="133350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9688" y="4514850"/>
                        <a:ext cx="3297237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图片 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63442" y="2955163"/>
            <a:ext cx="4729695" cy="375618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第八讲 氢原子的量子力学处理</a:t>
            </a:r>
          </a:p>
        </p:txBody>
      </p:sp>
      <p:sp>
        <p:nvSpPr>
          <p:cNvPr id="94211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8.2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量子力学对氢原子运动状态的描绘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33" name="Text Box 13"/>
          <p:cNvSpPr txBox="1">
            <a:spLocks noChangeArrowheads="1"/>
          </p:cNvSpPr>
          <p:nvPr/>
        </p:nvSpPr>
        <p:spPr bwMode="auto">
          <a:xfrm>
            <a:off x="823913" y="1806575"/>
            <a:ext cx="57181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电子的几率分布</a:t>
            </a:r>
          </a:p>
        </p:txBody>
      </p:sp>
      <p:sp>
        <p:nvSpPr>
          <p:cNvPr id="94213" name="Rectangle 4"/>
          <p:cNvSpPr>
            <a:spLocks noChangeArrowheads="1"/>
          </p:cNvSpPr>
          <p:nvPr/>
        </p:nvSpPr>
        <p:spPr bwMode="auto">
          <a:xfrm>
            <a:off x="906463" y="2392363"/>
            <a:ext cx="16986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3048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归一化：</a:t>
            </a:r>
            <a:endParaRPr kumimoji="1" lang="en-US" altLang="zh-CN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421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19986656"/>
              </p:ext>
            </p:extLst>
          </p:nvPr>
        </p:nvGraphicFramePr>
        <p:xfrm>
          <a:off x="2357438" y="2206625"/>
          <a:ext cx="8513762" cy="693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350" name="Equation" r:id="rId3" imgW="3898900" imgH="330200" progId="Equation.DSMT4">
                  <p:embed/>
                </p:oleObj>
              </mc:Choice>
              <mc:Fallback>
                <p:oleObj name="Equation" r:id="rId3" imgW="3898900" imgH="3302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7438" y="2206625"/>
                        <a:ext cx="8513762" cy="693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05500362"/>
              </p:ext>
            </p:extLst>
          </p:nvPr>
        </p:nvGraphicFramePr>
        <p:xfrm>
          <a:off x="1376363" y="3128963"/>
          <a:ext cx="2566987" cy="776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351" name="Equation" r:id="rId5" imgW="1091726" imgH="330057" progId="Equation.DSMT4">
                  <p:embed/>
                </p:oleObj>
              </mc:Choice>
              <mc:Fallback>
                <p:oleObj name="Equation" r:id="rId5" imgW="1091726" imgH="330057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6363" y="3128963"/>
                        <a:ext cx="2566987" cy="776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07334375"/>
              </p:ext>
            </p:extLst>
          </p:nvPr>
        </p:nvGraphicFramePr>
        <p:xfrm>
          <a:off x="1276350" y="4843463"/>
          <a:ext cx="2767013" cy="777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352" name="Equation" r:id="rId7" imgW="1155700" imgH="330200" progId="Equation.DSMT4">
                  <p:embed/>
                </p:oleObj>
              </mc:Choice>
              <mc:Fallback>
                <p:oleObj name="Equation" r:id="rId7" imgW="1155700" imgH="3302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6350" y="4843463"/>
                        <a:ext cx="2767013" cy="777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42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90999534"/>
              </p:ext>
            </p:extLst>
          </p:nvPr>
        </p:nvGraphicFramePr>
        <p:xfrm>
          <a:off x="1381125" y="3979863"/>
          <a:ext cx="2557463" cy="790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3353" name="Equation" r:id="rId9" imgW="1066800" imgH="330200" progId="Equation.DSMT4">
                  <p:embed/>
                </p:oleObj>
              </mc:Choice>
              <mc:Fallback>
                <p:oleObj name="Equation" r:id="rId9" imgW="1066800" imgH="330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1125" y="3979863"/>
                        <a:ext cx="2557463" cy="790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第八讲 氢原子的量子力学处理</a:t>
            </a:r>
          </a:p>
        </p:txBody>
      </p:sp>
      <p:sp>
        <p:nvSpPr>
          <p:cNvPr id="95235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8.2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量子力学对氢原子运动状态的描绘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33" name="Text Box 13"/>
          <p:cNvSpPr txBox="1">
            <a:spLocks noChangeArrowheads="1"/>
          </p:cNvSpPr>
          <p:nvPr/>
        </p:nvSpPr>
        <p:spPr bwMode="auto">
          <a:xfrm>
            <a:off x="823913" y="1806575"/>
            <a:ext cx="57181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电子的几率分布</a:t>
            </a:r>
          </a:p>
        </p:txBody>
      </p:sp>
      <p:sp>
        <p:nvSpPr>
          <p:cNvPr id="95237" name="Rectangle 4"/>
          <p:cNvSpPr>
            <a:spLocks noChangeArrowheads="1"/>
          </p:cNvSpPr>
          <p:nvPr/>
        </p:nvSpPr>
        <p:spPr bwMode="auto">
          <a:xfrm>
            <a:off x="906463" y="2392363"/>
            <a:ext cx="31369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3048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角向分布几率</a:t>
            </a:r>
            <a:endParaRPr kumimoji="1" lang="en-US" altLang="zh-CN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523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9576483"/>
              </p:ext>
            </p:extLst>
          </p:nvPr>
        </p:nvGraphicFramePr>
        <p:xfrm>
          <a:off x="1151890" y="3060293"/>
          <a:ext cx="3124080" cy="12063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5097" name="Equation" r:id="rId3" imgW="3124080" imgH="1206360" progId="Equation.DSMT4">
                  <p:embed/>
                </p:oleObj>
              </mc:Choice>
              <mc:Fallback>
                <p:oleObj name="Equation" r:id="rId3" imgW="3124080" imgH="120636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1890" y="3060293"/>
                        <a:ext cx="3124080" cy="120636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5239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376259"/>
              </p:ext>
            </p:extLst>
          </p:nvPr>
        </p:nvGraphicFramePr>
        <p:xfrm>
          <a:off x="1027113" y="4615496"/>
          <a:ext cx="312102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5098" name="Equation" r:id="rId5" imgW="1054100" imgH="203200" progId="Equation.DSMT4">
                  <p:embed/>
                </p:oleObj>
              </mc:Choice>
              <mc:Fallback>
                <p:oleObj name="Equation" r:id="rId5" imgW="1054100" imgH="2032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7113" y="4615496"/>
                        <a:ext cx="312102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58165" y="1609938"/>
            <a:ext cx="7533836" cy="524806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第八讲 氢原子的量子力学处理</a:t>
            </a:r>
          </a:p>
        </p:txBody>
      </p:sp>
      <p:sp>
        <p:nvSpPr>
          <p:cNvPr id="96259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8.2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量子力学对氢原子运动状态的描绘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33" name="Text Box 13"/>
          <p:cNvSpPr txBox="1">
            <a:spLocks noChangeArrowheads="1"/>
          </p:cNvSpPr>
          <p:nvPr/>
        </p:nvSpPr>
        <p:spPr bwMode="auto">
          <a:xfrm>
            <a:off x="823913" y="1806575"/>
            <a:ext cx="57181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电子的几率分布</a:t>
            </a:r>
          </a:p>
        </p:txBody>
      </p:sp>
      <p:sp>
        <p:nvSpPr>
          <p:cNvPr id="96261" name="Rectangle 4"/>
          <p:cNvSpPr>
            <a:spLocks noChangeArrowheads="1"/>
          </p:cNvSpPr>
          <p:nvPr/>
        </p:nvSpPr>
        <p:spPr bwMode="auto">
          <a:xfrm>
            <a:off x="2857183" y="1816520"/>
            <a:ext cx="31369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3048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径向分布几率</a:t>
            </a:r>
            <a:endParaRPr kumimoji="1" lang="en-US" altLang="zh-CN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96262" name="Object 410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8995266"/>
              </p:ext>
            </p:extLst>
          </p:nvPr>
        </p:nvGraphicFramePr>
        <p:xfrm>
          <a:off x="5091722" y="1689046"/>
          <a:ext cx="68326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6809" name="Equation" r:id="rId3" imgW="6832440" imgH="609480" progId="Equation.DSMT4">
                  <p:embed/>
                </p:oleObj>
              </mc:Choice>
              <mc:Fallback>
                <p:oleObj name="Equation" r:id="rId3" imgW="6832440" imgH="609480" progId="Equation.DSMT4">
                  <p:embed/>
                  <p:pic>
                    <p:nvPicPr>
                      <p:cNvPr id="0" name="Object 41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1722" y="1689046"/>
                        <a:ext cx="68326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5"/>
          <a:srcRect b="82104"/>
          <a:stretch/>
        </p:blipFill>
        <p:spPr>
          <a:xfrm>
            <a:off x="349478" y="2131388"/>
            <a:ext cx="3406725" cy="2500461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 rotWithShape="1">
          <a:blip r:embed="rId5"/>
          <a:srcRect t="17565" b="65784"/>
          <a:stretch/>
        </p:blipFill>
        <p:spPr>
          <a:xfrm>
            <a:off x="4370086" y="2298646"/>
            <a:ext cx="3406725" cy="232664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 rotWithShape="1">
          <a:blip r:embed="rId5"/>
          <a:srcRect t="34063" b="49140"/>
          <a:stretch/>
        </p:blipFill>
        <p:spPr>
          <a:xfrm>
            <a:off x="8390694" y="2298646"/>
            <a:ext cx="3406725" cy="2346959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5"/>
          <a:srcRect t="51190" b="32522"/>
          <a:stretch/>
        </p:blipFill>
        <p:spPr>
          <a:xfrm>
            <a:off x="505040" y="4553336"/>
            <a:ext cx="3406725" cy="227584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5"/>
          <a:srcRect t="67249" b="16827"/>
          <a:stretch/>
        </p:blipFill>
        <p:spPr>
          <a:xfrm>
            <a:off x="4370085" y="4645605"/>
            <a:ext cx="3406725" cy="2225039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 rotWithShape="1">
          <a:blip r:embed="rId5"/>
          <a:srcRect t="83131"/>
          <a:stretch/>
        </p:blipFill>
        <p:spPr>
          <a:xfrm>
            <a:off x="8390694" y="4500880"/>
            <a:ext cx="3406725" cy="23571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第八讲 氢原子的量子力学处理</a:t>
            </a:r>
          </a:p>
        </p:txBody>
      </p:sp>
      <p:sp>
        <p:nvSpPr>
          <p:cNvPr id="96259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8.2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量子力学对氢原子运动状态的描绘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33" name="Text Box 13"/>
          <p:cNvSpPr txBox="1">
            <a:spLocks noChangeArrowheads="1"/>
          </p:cNvSpPr>
          <p:nvPr/>
        </p:nvSpPr>
        <p:spPr bwMode="auto">
          <a:xfrm>
            <a:off x="6239193" y="1280206"/>
            <a:ext cx="57181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电子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的总几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率分</a:t>
            </a: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布（电子云图）</a:t>
            </a:r>
            <a:endParaRPr lang="zh-CN" altLang="en-US" sz="2000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6"/>
          <p:cNvGrpSpPr>
            <a:grpSpLocks/>
          </p:cNvGrpSpPr>
          <p:nvPr/>
        </p:nvGrpSpPr>
        <p:grpSpPr bwMode="auto">
          <a:xfrm>
            <a:off x="683774" y="1722438"/>
            <a:ext cx="10777536" cy="4944078"/>
            <a:chOff x="914400" y="1142999"/>
            <a:chExt cx="9835535" cy="4260273"/>
          </a:xfrm>
        </p:grpSpPr>
        <p:pic>
          <p:nvPicPr>
            <p:cNvPr id="9" name="图片 2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14400" y="1142999"/>
              <a:ext cx="4684836" cy="4260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图片 5">
              <a:hlinkClick r:id="rId3" action="ppaction://hlinksldjump"/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97236" y="1142999"/>
              <a:ext cx="5152699" cy="42602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635193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第八讲 氢原子的量子力学处理</a:t>
            </a:r>
          </a:p>
        </p:txBody>
      </p:sp>
      <p:sp>
        <p:nvSpPr>
          <p:cNvPr id="92163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8.2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量子力学对氢原子运动状态的描绘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33" name="Text Box 13"/>
          <p:cNvSpPr txBox="1">
            <a:spLocks noChangeArrowheads="1"/>
          </p:cNvSpPr>
          <p:nvPr/>
        </p:nvSpPr>
        <p:spPr bwMode="auto">
          <a:xfrm>
            <a:off x="823913" y="1806575"/>
            <a:ext cx="57181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量子数</a:t>
            </a:r>
            <a:r>
              <a:rPr lang="en-US" altLang="zh-CN" sz="2000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n</a:t>
            </a:r>
            <a:r>
              <a:rPr lang="en-US" altLang="zh-CN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l</a:t>
            </a:r>
            <a:r>
              <a:rPr lang="en-US" altLang="zh-CN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, </a:t>
            </a:r>
            <a:r>
              <a:rPr lang="en-US" altLang="zh-CN" sz="2000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m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的物理意义</a:t>
            </a:r>
          </a:p>
        </p:txBody>
      </p:sp>
      <p:sp>
        <p:nvSpPr>
          <p:cNvPr id="36" name="Text Box 15"/>
          <p:cNvSpPr txBox="1">
            <a:spLocks noChangeArrowheads="1"/>
          </p:cNvSpPr>
          <p:nvPr/>
        </p:nvSpPr>
        <p:spPr bwMode="auto">
          <a:xfrm>
            <a:off x="1195388" y="2255838"/>
            <a:ext cx="5688012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buFont typeface="Wingdings" panose="05000000000000000000" pitchFamily="2" charset="2"/>
              <a:buChar char="p"/>
              <a:defRPr/>
            </a:pP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主量子数</a:t>
            </a:r>
            <a:r>
              <a:rPr lang="en-US" altLang="zh-CN" sz="2000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n</a:t>
            </a:r>
            <a:r>
              <a:rPr lang="zh-CN" altLang="en-US" sz="2000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与能量量子化</a:t>
            </a:r>
            <a:endParaRPr lang="en-US" altLang="zh-CN" sz="2000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4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00208866"/>
              </p:ext>
            </p:extLst>
          </p:nvPr>
        </p:nvGraphicFramePr>
        <p:xfrm>
          <a:off x="4605338" y="1990725"/>
          <a:ext cx="2795587" cy="927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960" name="Equation" r:id="rId3" imgW="1384300" imgH="457200" progId="Equation.DSMT4">
                  <p:embed/>
                </p:oleObj>
              </mc:Choice>
              <mc:Fallback>
                <p:oleObj name="Equation" r:id="rId3" imgW="1384300" imgH="457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05338" y="1990725"/>
                        <a:ext cx="2795587" cy="927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>
            <a:spLocks noChangeArrowheads="1"/>
          </p:cNvSpPr>
          <p:nvPr/>
        </p:nvSpPr>
        <p:spPr bwMode="auto">
          <a:xfrm>
            <a:off x="9480550" y="2255838"/>
            <a:ext cx="19907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能量是量子化的</a:t>
            </a:r>
          </a:p>
        </p:txBody>
      </p:sp>
      <p:graphicFrame>
        <p:nvGraphicFramePr>
          <p:cNvPr id="46" name="Object 205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5184111"/>
              </p:ext>
            </p:extLst>
          </p:nvPr>
        </p:nvGraphicFramePr>
        <p:xfrm>
          <a:off x="4532313" y="3175000"/>
          <a:ext cx="2159000" cy="604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961" name="Equation" r:id="rId5" imgW="914400" imgH="254000" progId="Equation.DSMT4">
                  <p:embed/>
                </p:oleObj>
              </mc:Choice>
              <mc:Fallback>
                <p:oleObj name="Equation" r:id="rId5" imgW="914400" imgH="254000" progId="Equation.DSMT4">
                  <p:embed/>
                  <p:pic>
                    <p:nvPicPr>
                      <p:cNvPr id="0" name="Object 20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2313" y="3175000"/>
                        <a:ext cx="2159000" cy="604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" name="Object 20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4044414"/>
              </p:ext>
            </p:extLst>
          </p:nvPr>
        </p:nvGraphicFramePr>
        <p:xfrm>
          <a:off x="6888163" y="3287713"/>
          <a:ext cx="2314575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962" name="Equation" r:id="rId7" imgW="1218671" imgH="203112" progId="Equation.DSMT4">
                  <p:embed/>
                </p:oleObj>
              </mc:Choice>
              <mc:Fallback>
                <p:oleObj name="Equation" r:id="rId7" imgW="1218671" imgH="203112" progId="Equation.DSMT4">
                  <p:embed/>
                  <p:pic>
                    <p:nvPicPr>
                      <p:cNvPr id="0" name="Object 20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88163" y="3287713"/>
                        <a:ext cx="2314575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>
            <a:spLocks noChangeArrowheads="1"/>
          </p:cNvSpPr>
          <p:nvPr/>
        </p:nvSpPr>
        <p:spPr bwMode="auto">
          <a:xfrm>
            <a:off x="1190625" y="3276600"/>
            <a:ext cx="3440113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1313" indent="-341313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角量子数</a:t>
            </a:r>
            <a:r>
              <a:rPr lang="en-US" altLang="zh-CN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l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和角动量量子化</a:t>
            </a:r>
          </a:p>
        </p:txBody>
      </p:sp>
      <p:graphicFrame>
        <p:nvGraphicFramePr>
          <p:cNvPr id="5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7115085"/>
              </p:ext>
            </p:extLst>
          </p:nvPr>
        </p:nvGraphicFramePr>
        <p:xfrm>
          <a:off x="7561263" y="2249488"/>
          <a:ext cx="1641475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963" name="Equation" r:id="rId9" imgW="812447" imgH="203112" progId="Equation.DSMT4">
                  <p:embed/>
                </p:oleObj>
              </mc:Choice>
              <mc:Fallback>
                <p:oleObj name="Equation" r:id="rId9" imgW="812447" imgH="203112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61263" y="2249488"/>
                        <a:ext cx="1641475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" name="矩形 52"/>
          <p:cNvSpPr>
            <a:spLocks noChangeArrowheads="1"/>
          </p:cNvSpPr>
          <p:nvPr/>
        </p:nvSpPr>
        <p:spPr bwMode="auto">
          <a:xfrm>
            <a:off x="9480550" y="3276600"/>
            <a:ext cx="2249488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角动量是量子化的</a:t>
            </a:r>
          </a:p>
        </p:txBody>
      </p:sp>
      <p:graphicFrame>
        <p:nvGraphicFramePr>
          <p:cNvPr id="54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1995901"/>
              </p:ext>
            </p:extLst>
          </p:nvPr>
        </p:nvGraphicFramePr>
        <p:xfrm>
          <a:off x="4532313" y="4100513"/>
          <a:ext cx="1506537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964" name="Equation" r:id="rId11" imgW="596900" imgH="228600" progId="Equation.DSMT4">
                  <p:embed/>
                </p:oleObj>
              </mc:Choice>
              <mc:Fallback>
                <p:oleObj name="Equation" r:id="rId11" imgW="59690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2313" y="4100513"/>
                        <a:ext cx="1506537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1448697"/>
              </p:ext>
            </p:extLst>
          </p:nvPr>
        </p:nvGraphicFramePr>
        <p:xfrm>
          <a:off x="6146800" y="4133850"/>
          <a:ext cx="2489200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965" name="Equation" r:id="rId13" imgW="1244600" imgH="228600" progId="Equation.DSMT4">
                  <p:embed/>
                </p:oleObj>
              </mc:Choice>
              <mc:Fallback>
                <p:oleObj name="Equation" r:id="rId13" imgW="12446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46800" y="4133850"/>
                        <a:ext cx="2489200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7" name="矩形 56"/>
          <p:cNvSpPr>
            <a:spLocks noChangeArrowheads="1"/>
          </p:cNvSpPr>
          <p:nvPr/>
        </p:nvSpPr>
        <p:spPr bwMode="auto">
          <a:xfrm>
            <a:off x="1222375" y="4168775"/>
            <a:ext cx="3309938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1313" indent="-341313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SzTx/>
              <a:buFont typeface="Wingdings" panose="05000000000000000000" pitchFamily="2" charset="2"/>
              <a:buChar char="p"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磁量子数</a:t>
            </a:r>
            <a:r>
              <a:rPr lang="en-US" altLang="zh-CN" b="1" i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m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和空间量子化</a:t>
            </a:r>
          </a:p>
        </p:txBody>
      </p:sp>
      <p:sp>
        <p:nvSpPr>
          <p:cNvPr id="58" name="矩形 57"/>
          <p:cNvSpPr>
            <a:spLocks noChangeArrowheads="1"/>
          </p:cNvSpPr>
          <p:nvPr/>
        </p:nvSpPr>
        <p:spPr bwMode="auto">
          <a:xfrm>
            <a:off x="9480550" y="4024313"/>
            <a:ext cx="2817813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空间取向量子化</a:t>
            </a:r>
          </a:p>
        </p:txBody>
      </p:sp>
      <p:sp>
        <p:nvSpPr>
          <p:cNvPr id="92177" name="文本框 3"/>
          <p:cNvSpPr txBox="1">
            <a:spLocks noChangeArrowheads="1"/>
          </p:cNvSpPr>
          <p:nvPr/>
        </p:nvSpPr>
        <p:spPr bwMode="auto">
          <a:xfrm>
            <a:off x="5694363" y="2965450"/>
            <a:ext cx="6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zh-CN" altLang="en-US" sz="1800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89774594"/>
              </p:ext>
            </p:extLst>
          </p:nvPr>
        </p:nvGraphicFramePr>
        <p:xfrm>
          <a:off x="3471863" y="4727575"/>
          <a:ext cx="4279900" cy="2046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9966" name="Equation" r:id="rId15" imgW="1726920" imgH="825480" progId="Equation.DSMT4">
                  <p:embed/>
                </p:oleObj>
              </mc:Choice>
              <mc:Fallback>
                <p:oleObj name="Equation" r:id="rId15" imgW="1726920" imgH="82548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1863" y="4727575"/>
                        <a:ext cx="4279900" cy="2046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2" grpId="0"/>
      <p:bldP spid="3" grpId="0"/>
      <p:bldP spid="53" grpId="0"/>
      <p:bldP spid="57" grpId="0"/>
      <p:bldP spid="5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第八讲 氢原子的量子力学处理</a:t>
            </a:r>
          </a:p>
        </p:txBody>
      </p:sp>
      <p:sp>
        <p:nvSpPr>
          <p:cNvPr id="92163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8.2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量子力学对氢原子运动状态的描绘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33" name="Text Box 13"/>
          <p:cNvSpPr txBox="1">
            <a:spLocks noChangeArrowheads="1"/>
          </p:cNvSpPr>
          <p:nvPr/>
        </p:nvSpPr>
        <p:spPr bwMode="auto">
          <a:xfrm>
            <a:off x="823913" y="1806575"/>
            <a:ext cx="57181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空间量子化</a:t>
            </a:r>
            <a:endParaRPr lang="zh-CN" altLang="en-US" sz="2000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28439434"/>
              </p:ext>
            </p:extLst>
          </p:nvPr>
        </p:nvGraphicFramePr>
        <p:xfrm>
          <a:off x="766007" y="2248807"/>
          <a:ext cx="3365280" cy="158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025" name="Equation" r:id="rId3" imgW="3365280" imgH="1587240" progId="Equation.DSMT4">
                  <p:embed/>
                </p:oleObj>
              </mc:Choice>
              <mc:Fallback>
                <p:oleObj name="Equation" r:id="rId3" imgW="3365280" imgH="1587240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007" y="2248807"/>
                        <a:ext cx="3365280" cy="15872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4"/>
          <p:cNvSpPr>
            <a:spLocks noChangeArrowheads="1"/>
          </p:cNvSpPr>
          <p:nvPr/>
        </p:nvSpPr>
        <p:spPr bwMode="auto">
          <a:xfrm>
            <a:off x="823913" y="4002723"/>
            <a:ext cx="4947443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indent="3048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indent="0" algn="just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1"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轨道角动量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z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分量的大小</a:t>
            </a:r>
            <a:r>
              <a:rPr kumimoji="1" lang="en-US" altLang="zh-CN" b="1" i="1" dirty="0" err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L</a:t>
            </a:r>
            <a:r>
              <a:rPr kumimoji="1" lang="en-US" altLang="zh-CN" b="1" baseline="-25000" dirty="0" err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z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并不能从</a:t>
            </a:r>
            <a:r>
              <a:rPr kumimoji="1"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-</a:t>
            </a:r>
            <a:r>
              <a:rPr kumimoji="1" lang="en-US" altLang="zh-CN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L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取到</a:t>
            </a:r>
            <a:r>
              <a:rPr kumimoji="1" lang="en-US" altLang="zh-CN" b="1" i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L</a:t>
            </a:r>
            <a:r>
              <a:rPr kumimoji="1" lang="zh-CN" altLang="en-US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，而只能去一些分立的值，是量子化的，这叫做空间量子化</a:t>
            </a:r>
            <a:endParaRPr kumimoji="1" lang="en-US" altLang="zh-CN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2958" y="1503363"/>
            <a:ext cx="2107883" cy="229609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05526" y="1010009"/>
            <a:ext cx="3499425" cy="3282800"/>
          </a:xfrm>
          <a:prstGeom prst="rect">
            <a:avLst/>
          </a:prstGeom>
        </p:spPr>
      </p:pic>
      <p:sp>
        <p:nvSpPr>
          <p:cNvPr id="22" name="Text Box 13"/>
          <p:cNvSpPr txBox="1">
            <a:spLocks noChangeArrowheads="1"/>
          </p:cNvSpPr>
          <p:nvPr/>
        </p:nvSpPr>
        <p:spPr bwMode="auto">
          <a:xfrm>
            <a:off x="925962" y="5582035"/>
            <a:ext cx="298398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342900" indent="-342900">
              <a:spcBef>
                <a:spcPct val="50000"/>
              </a:spcBef>
              <a:buFont typeface="Wingdings" panose="05000000000000000000" pitchFamily="2" charset="2"/>
              <a:buChar char="n"/>
              <a:defRPr/>
            </a:pPr>
            <a:r>
              <a:rPr lang="zh-CN" altLang="en-US" sz="2000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跃迁选择定则</a:t>
            </a:r>
            <a:endParaRPr lang="zh-CN" altLang="en-US" sz="2000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3" name="对象 2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34994216"/>
              </p:ext>
            </p:extLst>
          </p:nvPr>
        </p:nvGraphicFramePr>
        <p:xfrm>
          <a:off x="3909948" y="5198684"/>
          <a:ext cx="1979612" cy="1166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2026" name="Equation" r:id="rId7" imgW="799920" imgH="469800" progId="Equation.DSMT4">
                  <p:embed/>
                </p:oleObj>
              </mc:Choice>
              <mc:Fallback>
                <p:oleObj name="Equation" r:id="rId7" imgW="799920" imgH="469800" progId="Equation.DSMT4">
                  <p:embed/>
                  <p:pic>
                    <p:nvPicPr>
                      <p:cNvPr id="5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9948" y="5198684"/>
                        <a:ext cx="1979612" cy="1166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7" name="组合 86"/>
          <p:cNvGrpSpPr/>
          <p:nvPr/>
        </p:nvGrpSpPr>
        <p:grpSpPr>
          <a:xfrm>
            <a:off x="6649449" y="4273806"/>
            <a:ext cx="5189582" cy="2487165"/>
            <a:chOff x="6649449" y="4273806"/>
            <a:chExt cx="5189582" cy="2487165"/>
          </a:xfrm>
        </p:grpSpPr>
        <p:cxnSp>
          <p:nvCxnSpPr>
            <p:cNvPr id="8" name="直接连接符 7"/>
            <p:cNvCxnSpPr/>
            <p:nvPr/>
          </p:nvCxnSpPr>
          <p:spPr>
            <a:xfrm>
              <a:off x="7125419" y="4696364"/>
              <a:ext cx="4320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连接符 43"/>
            <p:cNvCxnSpPr/>
            <p:nvPr/>
          </p:nvCxnSpPr>
          <p:spPr>
            <a:xfrm>
              <a:off x="7125419" y="4853316"/>
              <a:ext cx="828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连接符 44"/>
            <p:cNvCxnSpPr/>
            <p:nvPr/>
          </p:nvCxnSpPr>
          <p:spPr>
            <a:xfrm>
              <a:off x="9453419" y="4853316"/>
              <a:ext cx="828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>
              <a:off x="7125419" y="5045970"/>
              <a:ext cx="828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直接连接符 48"/>
            <p:cNvCxnSpPr/>
            <p:nvPr/>
          </p:nvCxnSpPr>
          <p:spPr>
            <a:xfrm>
              <a:off x="8289419" y="5487598"/>
              <a:ext cx="828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>
              <a:off x="8289419" y="4853316"/>
              <a:ext cx="828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10617419" y="4853316"/>
              <a:ext cx="828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直接连接符 55"/>
            <p:cNvCxnSpPr/>
            <p:nvPr/>
          </p:nvCxnSpPr>
          <p:spPr>
            <a:xfrm>
              <a:off x="8289419" y="5045970"/>
              <a:ext cx="828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直接连接符 58"/>
            <p:cNvCxnSpPr/>
            <p:nvPr/>
          </p:nvCxnSpPr>
          <p:spPr>
            <a:xfrm>
              <a:off x="9453419" y="5022456"/>
              <a:ext cx="828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>
              <a:off x="7125419" y="5487598"/>
              <a:ext cx="828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直接连接符 60"/>
            <p:cNvCxnSpPr/>
            <p:nvPr/>
          </p:nvCxnSpPr>
          <p:spPr>
            <a:xfrm>
              <a:off x="7125419" y="6348890"/>
              <a:ext cx="828000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Rectangle 4"/>
            <p:cNvSpPr>
              <a:spLocks noChangeArrowheads="1"/>
            </p:cNvSpPr>
            <p:nvPr/>
          </p:nvSpPr>
          <p:spPr bwMode="auto">
            <a:xfrm>
              <a:off x="8530886" y="6335172"/>
              <a:ext cx="35776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indent="3048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9pPr>
            </a:lstStyle>
            <a:p>
              <a:pPr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b="1" dirty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p</a:t>
              </a:r>
              <a:endParaRPr kumimoji="1"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63" name="Rectangle 4"/>
            <p:cNvSpPr>
              <a:spLocks noChangeArrowheads="1"/>
            </p:cNvSpPr>
            <p:nvPr/>
          </p:nvSpPr>
          <p:spPr bwMode="auto">
            <a:xfrm>
              <a:off x="6684621" y="4650086"/>
              <a:ext cx="35776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indent="3048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9pPr>
            </a:lstStyle>
            <a:p>
              <a:pPr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64" name="Rectangle 4"/>
            <p:cNvSpPr>
              <a:spLocks noChangeArrowheads="1"/>
            </p:cNvSpPr>
            <p:nvPr/>
          </p:nvSpPr>
          <p:spPr bwMode="auto">
            <a:xfrm>
              <a:off x="6684621" y="4893843"/>
              <a:ext cx="35776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indent="3048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9pPr>
            </a:lstStyle>
            <a:p>
              <a:pPr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65" name="Rectangle 4"/>
            <p:cNvSpPr>
              <a:spLocks noChangeArrowheads="1"/>
            </p:cNvSpPr>
            <p:nvPr/>
          </p:nvSpPr>
          <p:spPr bwMode="auto">
            <a:xfrm>
              <a:off x="6684621" y="5357453"/>
              <a:ext cx="35776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indent="3048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9pPr>
            </a:lstStyle>
            <a:p>
              <a:pPr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66" name="Rectangle 4"/>
            <p:cNvSpPr>
              <a:spLocks noChangeArrowheads="1"/>
            </p:cNvSpPr>
            <p:nvPr/>
          </p:nvSpPr>
          <p:spPr bwMode="auto">
            <a:xfrm>
              <a:off x="6684621" y="6098054"/>
              <a:ext cx="35776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indent="3048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9pPr>
            </a:lstStyle>
            <a:p>
              <a:pPr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67" name="Rectangle 4"/>
            <p:cNvSpPr>
              <a:spLocks noChangeArrowheads="1"/>
            </p:cNvSpPr>
            <p:nvPr/>
          </p:nvSpPr>
          <p:spPr bwMode="auto">
            <a:xfrm>
              <a:off x="6684621" y="6360861"/>
              <a:ext cx="35776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indent="3048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9pPr>
            </a:lstStyle>
            <a:p>
              <a:pPr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b="1" i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n</a:t>
              </a:r>
            </a:p>
          </p:txBody>
        </p:sp>
        <p:sp>
          <p:nvSpPr>
            <p:cNvPr id="68" name="Rectangle 4"/>
            <p:cNvSpPr>
              <a:spLocks noChangeArrowheads="1"/>
            </p:cNvSpPr>
            <p:nvPr/>
          </p:nvSpPr>
          <p:spPr bwMode="auto">
            <a:xfrm>
              <a:off x="7366886" y="6335172"/>
              <a:ext cx="35776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indent="3048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9pPr>
            </a:lstStyle>
            <a:p>
              <a:pPr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s</a:t>
              </a:r>
            </a:p>
          </p:txBody>
        </p:sp>
        <p:sp>
          <p:nvSpPr>
            <p:cNvPr id="69" name="Rectangle 4"/>
            <p:cNvSpPr>
              <a:spLocks noChangeArrowheads="1"/>
            </p:cNvSpPr>
            <p:nvPr/>
          </p:nvSpPr>
          <p:spPr bwMode="auto">
            <a:xfrm>
              <a:off x="6649449" y="4408954"/>
              <a:ext cx="35776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indent="3048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9pPr>
            </a:lstStyle>
            <a:p>
              <a:pPr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zh-CN" altLang="en-US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∞</a:t>
              </a:r>
              <a:endParaRPr kumimoji="1" lang="en-US" altLang="zh-CN" b="1" dirty="0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endParaRPr>
            </a:p>
          </p:txBody>
        </p:sp>
        <p:sp>
          <p:nvSpPr>
            <p:cNvPr id="70" name="Rectangle 4"/>
            <p:cNvSpPr>
              <a:spLocks noChangeArrowheads="1"/>
            </p:cNvSpPr>
            <p:nvPr/>
          </p:nvSpPr>
          <p:spPr bwMode="auto">
            <a:xfrm>
              <a:off x="9694886" y="6335172"/>
              <a:ext cx="35776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indent="3048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9pPr>
            </a:lstStyle>
            <a:p>
              <a:pPr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71" name="Rectangle 4"/>
            <p:cNvSpPr>
              <a:spLocks noChangeArrowheads="1"/>
            </p:cNvSpPr>
            <p:nvPr/>
          </p:nvSpPr>
          <p:spPr bwMode="auto">
            <a:xfrm>
              <a:off x="10858886" y="6335172"/>
              <a:ext cx="35776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indent="3048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9pPr>
            </a:lstStyle>
            <a:p>
              <a:pPr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f</a:t>
              </a:r>
            </a:p>
          </p:txBody>
        </p:sp>
        <p:sp>
          <p:nvSpPr>
            <p:cNvPr id="72" name="Rectangle 4"/>
            <p:cNvSpPr>
              <a:spLocks noChangeArrowheads="1"/>
            </p:cNvSpPr>
            <p:nvPr/>
          </p:nvSpPr>
          <p:spPr bwMode="auto">
            <a:xfrm>
              <a:off x="11481265" y="4335086"/>
              <a:ext cx="35776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indent="3048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9pPr>
            </a:lstStyle>
            <a:p>
              <a:pPr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b="1" i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l</a:t>
              </a:r>
            </a:p>
          </p:txBody>
        </p:sp>
        <p:sp>
          <p:nvSpPr>
            <p:cNvPr id="73" name="Rectangle 4"/>
            <p:cNvSpPr>
              <a:spLocks noChangeArrowheads="1"/>
            </p:cNvSpPr>
            <p:nvPr/>
          </p:nvSpPr>
          <p:spPr bwMode="auto">
            <a:xfrm>
              <a:off x="8577385" y="4273806"/>
              <a:ext cx="35776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indent="3048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9pPr>
            </a:lstStyle>
            <a:p>
              <a:pPr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74" name="Rectangle 4"/>
            <p:cNvSpPr>
              <a:spLocks noChangeArrowheads="1"/>
            </p:cNvSpPr>
            <p:nvPr/>
          </p:nvSpPr>
          <p:spPr bwMode="auto">
            <a:xfrm>
              <a:off x="7413385" y="4273806"/>
              <a:ext cx="35776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indent="3048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9pPr>
            </a:lstStyle>
            <a:p>
              <a:pPr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75" name="Rectangle 4"/>
            <p:cNvSpPr>
              <a:spLocks noChangeArrowheads="1"/>
            </p:cNvSpPr>
            <p:nvPr/>
          </p:nvSpPr>
          <p:spPr bwMode="auto">
            <a:xfrm>
              <a:off x="9741385" y="4273806"/>
              <a:ext cx="35776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indent="3048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9pPr>
            </a:lstStyle>
            <a:p>
              <a:pPr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76" name="Rectangle 4"/>
            <p:cNvSpPr>
              <a:spLocks noChangeArrowheads="1"/>
            </p:cNvSpPr>
            <p:nvPr/>
          </p:nvSpPr>
          <p:spPr bwMode="auto">
            <a:xfrm>
              <a:off x="10905385" y="4273806"/>
              <a:ext cx="357766" cy="40011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indent="3048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20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6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ts val="1000"/>
                </a:spcBef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ts val="1000"/>
                </a:spcBef>
                <a:spcAft>
                  <a:spcPct val="0"/>
                </a:spcAft>
                <a:buClr>
                  <a:srgbClr val="8AD0D6"/>
                </a:buClr>
                <a:buSzPct val="80000"/>
                <a:buFont typeface="Wingdings 3" panose="05040102010807070707" pitchFamily="18" charset="2"/>
                <a:buChar char=""/>
                <a:defRPr sz="1400">
                  <a:solidFill>
                    <a:schemeClr val="tx1"/>
                  </a:solidFill>
                  <a:latin typeface="Century Gothic" panose="020B0502020202020204" pitchFamily="34" charset="0"/>
                  <a:ea typeface="宋体" panose="02010600030101010101" pitchFamily="2" charset="-122"/>
                </a:defRPr>
              </a:lvl9pPr>
            </a:lstStyle>
            <a:p>
              <a:pPr indent="0" algn="just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1" lang="en-US" altLang="zh-CN" b="1" dirty="0" smtClean="0">
                  <a:latin typeface="Times New Roman" panose="02020603050405020304" pitchFamily="18" charset="0"/>
                  <a:ea typeface="方正新书宋简体" panose="03000509000000000000" pitchFamily="65" charset="-122"/>
                  <a:cs typeface="Times New Roman" panose="02020603050405020304" pitchFamily="18" charset="0"/>
                </a:rPr>
                <a:t>4</a:t>
              </a:r>
            </a:p>
          </p:txBody>
        </p:sp>
        <p:cxnSp>
          <p:nvCxnSpPr>
            <p:cNvPr id="18" name="直接箭头连接符 17"/>
            <p:cNvCxnSpPr/>
            <p:nvPr/>
          </p:nvCxnSpPr>
          <p:spPr>
            <a:xfrm flipH="1">
              <a:off x="7232650" y="5487598"/>
              <a:ext cx="1298236" cy="861292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箭头连接符 76"/>
            <p:cNvCxnSpPr/>
            <p:nvPr/>
          </p:nvCxnSpPr>
          <p:spPr>
            <a:xfrm flipH="1">
              <a:off x="7242868" y="5056954"/>
              <a:ext cx="1334518" cy="1278218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直接箭头连接符 77"/>
            <p:cNvCxnSpPr/>
            <p:nvPr/>
          </p:nvCxnSpPr>
          <p:spPr>
            <a:xfrm>
              <a:off x="7459934" y="5039112"/>
              <a:ext cx="1248010" cy="448486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直接箭头连接符 78"/>
            <p:cNvCxnSpPr/>
            <p:nvPr/>
          </p:nvCxnSpPr>
          <p:spPr>
            <a:xfrm flipH="1">
              <a:off x="8694835" y="4846458"/>
              <a:ext cx="1046551" cy="641140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直接箭头连接符 79"/>
            <p:cNvCxnSpPr/>
            <p:nvPr/>
          </p:nvCxnSpPr>
          <p:spPr>
            <a:xfrm flipH="1">
              <a:off x="8707944" y="5032252"/>
              <a:ext cx="1176250" cy="455346"/>
            </a:xfrm>
            <a:prstGeom prst="straightConnector1">
              <a:avLst/>
            </a:prstGeom>
            <a:ln w="127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直接箭头连接符 82"/>
            <p:cNvCxnSpPr/>
            <p:nvPr/>
          </p:nvCxnSpPr>
          <p:spPr>
            <a:xfrm flipH="1">
              <a:off x="7755835" y="5010268"/>
              <a:ext cx="2296817" cy="1338622"/>
            </a:xfrm>
            <a:prstGeom prst="straightConnector1">
              <a:avLst/>
            </a:prstGeom>
            <a:ln w="12700">
              <a:solidFill>
                <a:srgbClr val="00B05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直接箭头连接符 85"/>
            <p:cNvCxnSpPr/>
            <p:nvPr/>
          </p:nvCxnSpPr>
          <p:spPr>
            <a:xfrm>
              <a:off x="7527068" y="4840795"/>
              <a:ext cx="2506888" cy="169473"/>
            </a:xfrm>
            <a:prstGeom prst="straightConnector1">
              <a:avLst/>
            </a:prstGeom>
            <a:ln w="12700">
              <a:solidFill>
                <a:srgbClr val="00B050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46888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b="1" smtClean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第八讲 氢原子的量子力学处理</a:t>
            </a:r>
          </a:p>
        </p:txBody>
      </p:sp>
      <p:sp>
        <p:nvSpPr>
          <p:cNvPr id="97283" name="内容占位符 2"/>
          <p:cNvSpPr txBox="1">
            <a:spLocks/>
          </p:cNvSpPr>
          <p:nvPr/>
        </p:nvSpPr>
        <p:spPr bwMode="auto">
          <a:xfrm>
            <a:off x="1298575" y="1284288"/>
            <a:ext cx="8945563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 defTabSz="4572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SUMMARY</a:t>
            </a:r>
            <a:endParaRPr lang="zh-CN" altLang="en-US" b="1" dirty="0">
              <a:latin typeface="Times New Roman" panose="02020603050405020304" pitchFamily="18" charset="0"/>
              <a:ea typeface="方正新书宋简体" panose="03000509000000000000" pitchFamily="65" charset="-122"/>
              <a:cs typeface="Times New Roman" panose="02020603050405020304" pitchFamily="18" charset="0"/>
              <a:hlinkClick r:id="" action="ppaction://noaction"/>
            </a:endParaRPr>
          </a:p>
        </p:txBody>
      </p:sp>
      <p:sp>
        <p:nvSpPr>
          <p:cNvPr id="16" name="Rectangle 9"/>
          <p:cNvSpPr>
            <a:spLocks noChangeArrowheads="1"/>
          </p:cNvSpPr>
          <p:nvPr/>
        </p:nvSpPr>
        <p:spPr bwMode="auto">
          <a:xfrm>
            <a:off x="733425" y="1722438"/>
            <a:ext cx="811371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1.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量子力学的两个重要概念：量子化概念及波粒二象性概念</a:t>
            </a:r>
          </a:p>
        </p:txBody>
      </p:sp>
      <p:sp>
        <p:nvSpPr>
          <p:cNvPr id="17" name="Rectangle 10"/>
          <p:cNvSpPr>
            <a:spLocks noChangeArrowheads="1"/>
          </p:cNvSpPr>
          <p:nvPr/>
        </p:nvSpPr>
        <p:spPr bwMode="auto">
          <a:xfrm>
            <a:off x="733425" y="2187575"/>
            <a:ext cx="815657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2.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量子力学的一个重要关系式：不确定关系</a:t>
            </a:r>
          </a:p>
        </p:txBody>
      </p:sp>
      <p:sp>
        <p:nvSpPr>
          <p:cNvPr id="18" name="Rectangle 11"/>
          <p:cNvSpPr>
            <a:spLocks noChangeArrowheads="1"/>
          </p:cNvSpPr>
          <p:nvPr/>
        </p:nvSpPr>
        <p:spPr bwMode="auto">
          <a:xfrm>
            <a:off x="733425" y="2654300"/>
            <a:ext cx="7910513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3.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量子力学的一个基本原理：态叠加原理</a:t>
            </a:r>
          </a:p>
        </p:txBody>
      </p:sp>
      <p:sp>
        <p:nvSpPr>
          <p:cNvPr id="19" name="Rectangle 12"/>
          <p:cNvSpPr>
            <a:spLocks noChangeArrowheads="1"/>
          </p:cNvSpPr>
          <p:nvPr/>
        </p:nvSpPr>
        <p:spPr bwMode="auto">
          <a:xfrm>
            <a:off x="733425" y="3119438"/>
            <a:ext cx="8620125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4.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量子力学的两个基本假设：波函数的统计解释及薛定谔方程</a:t>
            </a:r>
          </a:p>
        </p:txBody>
      </p:sp>
      <p:sp>
        <p:nvSpPr>
          <p:cNvPr id="20" name="Rectangle 13"/>
          <p:cNvSpPr>
            <a:spLocks noChangeArrowheads="1"/>
          </p:cNvSpPr>
          <p:nvPr/>
        </p:nvSpPr>
        <p:spPr bwMode="auto">
          <a:xfrm>
            <a:off x="733425" y="3586163"/>
            <a:ext cx="7924800" cy="400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ts val="1000"/>
              </a:spcBef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8AD0D6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5.</a:t>
            </a:r>
            <a:r>
              <a:rPr lang="zh-CN" altLang="en-US" b="1" dirty="0">
                <a:latin typeface="Times New Roman" panose="02020603050405020304" pitchFamily="18" charset="0"/>
                <a:ea typeface="方正新书宋简体" panose="03000509000000000000" pitchFamily="65" charset="-122"/>
                <a:cs typeface="Times New Roman" panose="02020603050405020304" pitchFamily="18" charset="0"/>
              </a:rPr>
              <a:t>量子力学的关键常量：普朗克常量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build="p" autoUpdateAnimBg="0"/>
      <p:bldP spid="17" grpId="0" build="p" autoUpdateAnimBg="0"/>
      <p:bldP spid="18" grpId="0" build="p" autoUpdateAnimBg="0"/>
      <p:bldP spid="19" grpId="0" build="p" autoUpdateAnimBg="0"/>
      <p:bldP spid="20" grpId="0" build="p" autoUpdateAnimBg="0"/>
    </p:bldLst>
  </p:timing>
</p:sld>
</file>

<file path=ppt/theme/theme1.xml><?xml version="1.0" encoding="utf-8"?>
<a:theme xmlns:a="http://schemas.openxmlformats.org/drawingml/2006/main" name="母版尝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新建 Microsoft PowerPoint 演示文稿.pptx" id="{CE7E6597-6055-45ED-8D80-7DCA895DE1D4}" vid="{CB506768-777D-4B12-9CC9-01354EF86361}"/>
    </a:ext>
  </a:extLst>
</a:theme>
</file>

<file path=ppt/theme/theme2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新建 Microsoft PowerPoint 演示文稿.pptx" id="{CE7E6597-6055-45ED-8D80-7DCA895DE1D4}" vid="{F49BBFB9-20DF-44C8-AB6F-6503A88DF186}"/>
    </a:ext>
  </a:extLst>
</a:theme>
</file>

<file path=ppt/theme/theme3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新建 Microsoft PowerPoint 演示文稿.pptx" id="{CE7E6597-6055-45ED-8D80-7DCA895DE1D4}" vid="{C64F8762-51AA-45A3-89A1-90111EC3B3A6}"/>
    </a:ext>
  </a:extLst>
</a:theme>
</file>

<file path=ppt/theme/theme5.xml><?xml version="1.0" encoding="utf-8"?>
<a:theme xmlns:a="http://schemas.openxmlformats.org/drawingml/2006/main" name="母版尝试-无校徽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A31FD1F8-C453-4523-9A8D-F2D418DCEA5E}" vid="{50E4F761-CC50-41EA-B1B9-3BFF9F164859}"/>
    </a:ext>
  </a:extLst>
</a:theme>
</file>

<file path=ppt/theme/theme6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A31FD1F8-C453-4523-9A8D-F2D418DCEA5E}" vid="{51347CAD-8FFD-475F-B990-62B7C3D69B52}"/>
    </a:ext>
  </a:extLst>
</a:theme>
</file>

<file path=ppt/theme/theme7.xml><?xml version="1.0" encoding="utf-8"?>
<a:theme xmlns:a="http://schemas.openxmlformats.org/drawingml/2006/main" name="4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A31FD1F8-C453-4523-9A8D-F2D418DCEA5E}" vid="{D5229C70-5AFB-4F66-8E7C-A2400D6A6E8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丝状</Template>
  <TotalTime>28861</TotalTime>
  <Words>1086</Words>
  <Application>Microsoft Office PowerPoint</Application>
  <PresentationFormat>宽屏</PresentationFormat>
  <Paragraphs>99</Paragraphs>
  <Slides>18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7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18</vt:i4>
      </vt:variant>
    </vt:vector>
  </HeadingPairs>
  <TitlesOfParts>
    <vt:vector size="37" baseType="lpstr">
      <vt:lpstr>等线</vt:lpstr>
      <vt:lpstr>等线 Light</vt:lpstr>
      <vt:lpstr>方正新书宋简体</vt:lpstr>
      <vt:lpstr>宋体</vt:lpstr>
      <vt:lpstr>Arial</vt:lpstr>
      <vt:lpstr>Calibri</vt:lpstr>
      <vt:lpstr>Times New Roman</vt:lpstr>
      <vt:lpstr>Wingdings</vt:lpstr>
      <vt:lpstr>Wingdings 3</vt:lpstr>
      <vt:lpstr>母版尝试</vt:lpstr>
      <vt:lpstr>1_Office 主题​​</vt:lpstr>
      <vt:lpstr>自定义设计方案</vt:lpstr>
      <vt:lpstr>2_Office 主题​​</vt:lpstr>
      <vt:lpstr>母版尝试-无校徽</vt:lpstr>
      <vt:lpstr>3_Office 主题​​</vt:lpstr>
      <vt:lpstr>4_Office 主题​​</vt:lpstr>
      <vt:lpstr>Equation</vt:lpstr>
      <vt:lpstr>Equation.3</vt:lpstr>
      <vt:lpstr>公式</vt:lpstr>
      <vt:lpstr>近 代 物 理 学 选 讲</vt:lpstr>
      <vt:lpstr>第八讲 氢原子的量子力学处理</vt:lpstr>
      <vt:lpstr>第八讲 氢原子的量子力学处理</vt:lpstr>
      <vt:lpstr>第八讲 氢原子的量子力学处理</vt:lpstr>
      <vt:lpstr>第八讲 氢原子的量子力学处理</vt:lpstr>
      <vt:lpstr>第八讲 氢原子的量子力学处理</vt:lpstr>
      <vt:lpstr>第八讲 氢原子的量子力学处理</vt:lpstr>
      <vt:lpstr>第八讲 氢原子的量子力学处理</vt:lpstr>
      <vt:lpstr>第八讲 氢原子的量子力学处理</vt:lpstr>
      <vt:lpstr>第八讲 氢原子的量子力学处理</vt:lpstr>
      <vt:lpstr>第八讲 氢原子的量子力学处理</vt:lpstr>
      <vt:lpstr>第八讲 氢原子的量子力学处理</vt:lpstr>
      <vt:lpstr>第八讲 氢原子的量子力学处理</vt:lpstr>
      <vt:lpstr>第八讲 氢原子的量子力学处理</vt:lpstr>
      <vt:lpstr>第八讲 氢原子的量子力学处理</vt:lpstr>
      <vt:lpstr>第八讲 氢原子的量子力学处理</vt:lpstr>
      <vt:lpstr>第八讲 氢原子的量子力学处理</vt:lpstr>
      <vt:lpstr>第八讲 氢原子的量子力学处理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Home</dc:creator>
  <cp:lastModifiedBy>Ben</cp:lastModifiedBy>
  <cp:revision>1184</cp:revision>
  <dcterms:created xsi:type="dcterms:W3CDTF">2017-02-21T13:54:52Z</dcterms:created>
  <dcterms:modified xsi:type="dcterms:W3CDTF">2022-03-28T02:14:35Z</dcterms:modified>
</cp:coreProperties>
</file>