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72" r:id="rId1"/>
    <p:sldMasterId id="2147485086" r:id="rId2"/>
    <p:sldMasterId id="2147485080" r:id="rId3"/>
    <p:sldMasterId id="2147485084" r:id="rId4"/>
    <p:sldMasterId id="2147485088" r:id="rId5"/>
  </p:sldMasterIdLst>
  <p:sldIdLst>
    <p:sldId id="256" r:id="rId6"/>
    <p:sldId id="405" r:id="rId7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UXIWPHUocTPHGsVnpQ4G7w==" hashData="W1sIVZOT0w4TZatySqL9XfMz1c+Miqs8ZKajJo7ZpYV3BIp27D6M6rw2vJkGkIMrZNdfH6KdC8+myxvlpKjAr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D8D7"/>
    <a:srgbClr val="8497B0"/>
    <a:srgbClr val="B01513"/>
    <a:srgbClr val="E4EEEF"/>
    <a:srgbClr val="0000FF"/>
    <a:srgbClr val="006600"/>
    <a:srgbClr val="00FF00"/>
    <a:srgbClr val="FF9900"/>
    <a:srgbClr val="41B0B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5455" autoAdjust="0"/>
  </p:normalViewPr>
  <p:slideViewPr>
    <p:cSldViewPr snapToGrid="0">
      <p:cViewPr varScale="1">
        <p:scale>
          <a:sx n="74" d="100"/>
          <a:sy n="74" d="100"/>
        </p:scale>
        <p:origin x="40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033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335431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sz="4200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4172838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7918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325183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185252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502725"/>
            <a:ext cx="12193200" cy="1800000"/>
          </a:xfrm>
          <a:prstGeom prst="rect">
            <a:avLst/>
          </a:prstGeom>
          <a:solidFill>
            <a:srgbClr val="E4EEE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672083"/>
            <a:ext cx="4837212" cy="540000"/>
          </a:xfrm>
          <a:prstGeom prst="rect">
            <a:avLst/>
          </a:prstGeom>
          <a:solidFill>
            <a:srgbClr val="8497B0"/>
          </a:solidFill>
          <a:ln>
            <a:solidFill>
              <a:srgbClr val="8497B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4335780" y="1015667"/>
            <a:ext cx="785622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1327409"/>
            <a:ext cx="8985543" cy="525316"/>
          </a:xfrm>
          <a:prstGeom prst="rect">
            <a:avLst/>
          </a:prstGeom>
          <a:solidFill>
            <a:srgbClr val="B8D8D7"/>
          </a:solidFill>
          <a:ln>
            <a:solidFill>
              <a:srgbClr val="B8D8D7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8911" y="1013641"/>
            <a:ext cx="288149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3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819507" y="3795623"/>
            <a:ext cx="9372493" cy="306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7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7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502725"/>
            <a:ext cx="12193200" cy="1800000"/>
          </a:xfrm>
          <a:prstGeom prst="rect">
            <a:avLst/>
          </a:prstGeom>
          <a:solidFill>
            <a:srgbClr val="E4EEE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2083"/>
            <a:ext cx="4837212" cy="540000"/>
          </a:xfrm>
          <a:prstGeom prst="rect">
            <a:avLst/>
          </a:prstGeom>
          <a:solidFill>
            <a:srgbClr val="8497B0"/>
          </a:solidFill>
          <a:ln>
            <a:solidFill>
              <a:srgbClr val="8497B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4335780" y="1015667"/>
            <a:ext cx="785622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0" y="1327409"/>
            <a:ext cx="8985543" cy="525316"/>
          </a:xfrm>
          <a:prstGeom prst="rect">
            <a:avLst/>
          </a:prstGeom>
          <a:solidFill>
            <a:srgbClr val="B8D8D7"/>
          </a:solidFill>
          <a:ln>
            <a:solidFill>
              <a:srgbClr val="B8D8D7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4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1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6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5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819507" y="3795623"/>
            <a:ext cx="9372493" cy="306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9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dist" eaLnBrk="1" hangingPunct="1">
              <a:lnSpc>
                <a:spcPct val="125000"/>
              </a:lnSpc>
            </a:pPr>
            <a:r>
              <a:rPr lang="zh-CN" altLang="en-US" sz="8800" b="1" dirty="0" smtClean="0">
                <a:latin typeface="华光姚体_CNKI" panose="02000500000000000000" pitchFamily="2" charset="-122"/>
                <a:ea typeface="华光姚体_CNKI" panose="02000500000000000000" pitchFamily="2" charset="-122"/>
              </a:rPr>
              <a:t>近代物理学选讲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应用物理系</a:t>
            </a:r>
            <a:endParaRPr lang="en-US" altLang="zh-CN" sz="2800" b="1" dirty="0" smtClean="0">
              <a:solidFill>
                <a:schemeClr val="tx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华光姚体_CNKI" panose="02000500000000000000" pitchFamily="2" charset="-122"/>
                <a:ea typeface="华光姚体_CNKI" panose="02000500000000000000" pitchFamily="2" charset="-122"/>
              </a:rPr>
              <a:t>张  辉</a:t>
            </a:r>
            <a:endParaRPr lang="en-US" altLang="zh-CN" sz="2800" b="1" dirty="0" smtClean="0">
              <a:solidFill>
                <a:schemeClr val="tx1"/>
              </a:solidFill>
              <a:latin typeface="华光姚体_CNKI" panose="02000500000000000000" pitchFamily="2" charset="-122"/>
              <a:ea typeface="华光姚体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相关习题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683774" y="1280206"/>
            <a:ext cx="9629264" cy="5145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习题：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2.3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2.4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2.6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2.15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2.16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2.17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2.19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2.21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2.22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2.23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习题：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3.3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3.7</a:t>
            </a:r>
          </a:p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习题：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4.4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4.5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4.6</a:t>
            </a:r>
          </a:p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习题：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5.1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5.2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5.3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5.4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5.5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5.8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5.9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5.12</a:t>
            </a:r>
          </a:p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习题：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6.1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6.5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6.6</a:t>
            </a:r>
          </a:p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习题：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7.3</a:t>
            </a:r>
          </a:p>
          <a:p>
            <a:pPr marL="0" indent="0" eaLnBrk="1" hangingPunct="1">
              <a:buNone/>
            </a:pP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例题：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2.4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2.6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2.7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例题：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3.7</a:t>
            </a:r>
          </a:p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例题：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4.2</a:t>
            </a:r>
          </a:p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例题：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5.1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5.2</a:t>
            </a:r>
          </a:p>
          <a:p>
            <a:pPr marL="0" indent="0" eaLnBrk="1" hangingPunct="1"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课件中涉及到的例题</a:t>
            </a:r>
            <a:endParaRPr lang="en-US" altLang="zh-CN" b="1" dirty="0" smtClean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12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母版尝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B506768-777D-4B12-9CC9-01354EF86361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F49BBFB9-20DF-44C8-AB6F-6503A88DF186}"/>
    </a:ext>
  </a:extLst>
</a:theme>
</file>

<file path=ppt/theme/theme3.xml><?xml version="1.0" encoding="utf-8"?>
<a:theme xmlns:a="http://schemas.openxmlformats.org/drawingml/2006/main" name="母版尝试-无校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0E4F761-CC50-41EA-B1B9-3BFF9F164859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ppt/theme/theme5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丝状</Template>
  <TotalTime>34215</TotalTime>
  <Words>121</Words>
  <Application>Microsoft Office PowerPoint</Application>
  <PresentationFormat>宽屏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等线</vt:lpstr>
      <vt:lpstr>方正新书宋简体</vt:lpstr>
      <vt:lpstr>华光姚体_CNKI</vt:lpstr>
      <vt:lpstr>宋体</vt:lpstr>
      <vt:lpstr>Arial</vt:lpstr>
      <vt:lpstr>Calibri</vt:lpstr>
      <vt:lpstr>Times New Roman</vt:lpstr>
      <vt:lpstr>Wingdings 3</vt:lpstr>
      <vt:lpstr>母版尝试</vt:lpstr>
      <vt:lpstr>2_Office 主题​​</vt:lpstr>
      <vt:lpstr>母版尝试-无校徽</vt:lpstr>
      <vt:lpstr>3_Office 主题​​</vt:lpstr>
      <vt:lpstr>4_Office 主题​​</vt:lpstr>
      <vt:lpstr>近代物理学选讲</vt:lpstr>
      <vt:lpstr>相关习题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Home</dc:creator>
  <cp:lastModifiedBy>Ben</cp:lastModifiedBy>
  <cp:revision>1323</cp:revision>
  <dcterms:created xsi:type="dcterms:W3CDTF">2017-02-21T13:54:52Z</dcterms:created>
  <dcterms:modified xsi:type="dcterms:W3CDTF">2022-05-11T05:24:06Z</dcterms:modified>
</cp:coreProperties>
</file>